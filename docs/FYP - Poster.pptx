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8" r:id="rId2"/>
  </p:sldIdLst>
  <p:sldSz cx="30275213" cy="21383625"/>
  <p:notesSz cx="6858000" cy="9144000"/>
  <p:defaultTextStyle>
    <a:defPPr>
      <a:defRPr lang="en-US"/>
    </a:defPPr>
    <a:lvl1pPr marL="0" algn="l" defTabSz="323149" rtl="0" eaLnBrk="1" latinLnBrk="0" hangingPunct="1">
      <a:defRPr sz="1272" kern="1200">
        <a:solidFill>
          <a:schemeClr val="tx1"/>
        </a:solidFill>
        <a:latin typeface="+mn-lt"/>
        <a:ea typeface="+mn-ea"/>
        <a:cs typeface="+mn-cs"/>
      </a:defRPr>
    </a:lvl1pPr>
    <a:lvl2pPr marL="323149" algn="l" defTabSz="323149" rtl="0" eaLnBrk="1" latinLnBrk="0" hangingPunct="1">
      <a:defRPr sz="1272" kern="1200">
        <a:solidFill>
          <a:schemeClr val="tx1"/>
        </a:solidFill>
        <a:latin typeface="+mn-lt"/>
        <a:ea typeface="+mn-ea"/>
        <a:cs typeface="+mn-cs"/>
      </a:defRPr>
    </a:lvl2pPr>
    <a:lvl3pPr marL="646298" algn="l" defTabSz="323149" rtl="0" eaLnBrk="1" latinLnBrk="0" hangingPunct="1">
      <a:defRPr sz="1272" kern="1200">
        <a:solidFill>
          <a:schemeClr val="tx1"/>
        </a:solidFill>
        <a:latin typeface="+mn-lt"/>
        <a:ea typeface="+mn-ea"/>
        <a:cs typeface="+mn-cs"/>
      </a:defRPr>
    </a:lvl3pPr>
    <a:lvl4pPr marL="969447" algn="l" defTabSz="323149" rtl="0" eaLnBrk="1" latinLnBrk="0" hangingPunct="1">
      <a:defRPr sz="1272" kern="1200">
        <a:solidFill>
          <a:schemeClr val="tx1"/>
        </a:solidFill>
        <a:latin typeface="+mn-lt"/>
        <a:ea typeface="+mn-ea"/>
        <a:cs typeface="+mn-cs"/>
      </a:defRPr>
    </a:lvl4pPr>
    <a:lvl5pPr marL="1292596" algn="l" defTabSz="323149" rtl="0" eaLnBrk="1" latinLnBrk="0" hangingPunct="1">
      <a:defRPr sz="1272" kern="1200">
        <a:solidFill>
          <a:schemeClr val="tx1"/>
        </a:solidFill>
        <a:latin typeface="+mn-lt"/>
        <a:ea typeface="+mn-ea"/>
        <a:cs typeface="+mn-cs"/>
      </a:defRPr>
    </a:lvl5pPr>
    <a:lvl6pPr marL="1615745" algn="l" defTabSz="323149" rtl="0" eaLnBrk="1" latinLnBrk="0" hangingPunct="1">
      <a:defRPr sz="1272" kern="1200">
        <a:solidFill>
          <a:schemeClr val="tx1"/>
        </a:solidFill>
        <a:latin typeface="+mn-lt"/>
        <a:ea typeface="+mn-ea"/>
        <a:cs typeface="+mn-cs"/>
      </a:defRPr>
    </a:lvl6pPr>
    <a:lvl7pPr marL="1938894" algn="l" defTabSz="323149" rtl="0" eaLnBrk="1" latinLnBrk="0" hangingPunct="1">
      <a:defRPr sz="1272" kern="1200">
        <a:solidFill>
          <a:schemeClr val="tx1"/>
        </a:solidFill>
        <a:latin typeface="+mn-lt"/>
        <a:ea typeface="+mn-ea"/>
        <a:cs typeface="+mn-cs"/>
      </a:defRPr>
    </a:lvl7pPr>
    <a:lvl8pPr marL="2262043" algn="l" defTabSz="323149" rtl="0" eaLnBrk="1" latinLnBrk="0" hangingPunct="1">
      <a:defRPr sz="1272" kern="1200">
        <a:solidFill>
          <a:schemeClr val="tx1"/>
        </a:solidFill>
        <a:latin typeface="+mn-lt"/>
        <a:ea typeface="+mn-ea"/>
        <a:cs typeface="+mn-cs"/>
      </a:defRPr>
    </a:lvl8pPr>
    <a:lvl9pPr marL="2585192" algn="l" defTabSz="323149" rtl="0" eaLnBrk="1" latinLnBrk="0" hangingPunct="1">
      <a:defRPr sz="1272"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35" userDrawn="1">
          <p15:clr>
            <a:srgbClr val="A4A3A4"/>
          </p15:clr>
        </p15:guide>
        <p15:guide id="2" pos="953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B02703-6521-47D8-90B6-09F3EAC406E2}" v="67" dt="2023-06-18T18:55:59.713"/>
    <p1510:client id="{8E5764BA-94BF-712A-49D2-1B8A00588AFA}" v="2" dt="2023-06-19T14:12:30.03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576" autoAdjust="0"/>
    <p:restoredTop sz="94660"/>
  </p:normalViewPr>
  <p:slideViewPr>
    <p:cSldViewPr snapToGrid="0" showGuides="1">
      <p:cViewPr>
        <p:scale>
          <a:sx n="66" d="100"/>
          <a:sy n="66" d="100"/>
        </p:scale>
        <p:origin x="774" y="-1770"/>
      </p:cViewPr>
      <p:guideLst>
        <p:guide orient="horz" pos="6735"/>
        <p:guide pos="9536"/>
      </p:guideLst>
    </p:cSldViewPr>
  </p:slideViewPr>
  <p:notesTextViewPr>
    <p:cViewPr>
      <p:scale>
        <a:sx n="1" d="1"/>
        <a:sy n="1" d="1"/>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presProps" Target="presProps.xml"/><Relationship Id="rId7"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ng, William" userId="865883dc-722d-4f89-9a64-3d014f099f36" providerId="ADAL" clId="{06B02703-6521-47D8-90B6-09F3EAC406E2}"/>
    <pc:docChg chg="undo custSel modSld">
      <pc:chgData name="Wang, William" userId="865883dc-722d-4f89-9a64-3d014f099f36" providerId="ADAL" clId="{06B02703-6521-47D8-90B6-09F3EAC406E2}" dt="2023-06-18T19:13:07.725" v="193" actId="14100"/>
      <pc:docMkLst>
        <pc:docMk/>
      </pc:docMkLst>
      <pc:sldChg chg="addSp delSp modSp mod">
        <pc:chgData name="Wang, William" userId="865883dc-722d-4f89-9a64-3d014f099f36" providerId="ADAL" clId="{06B02703-6521-47D8-90B6-09F3EAC406E2}" dt="2023-06-18T19:13:07.725" v="193" actId="14100"/>
        <pc:sldMkLst>
          <pc:docMk/>
          <pc:sldMk cId="2285469316" sldId="258"/>
        </pc:sldMkLst>
        <pc:spChg chg="mod">
          <ac:chgData name="Wang, William" userId="865883dc-722d-4f89-9a64-3d014f099f36" providerId="ADAL" clId="{06B02703-6521-47D8-90B6-09F3EAC406E2}" dt="2023-06-17T22:53:03.739" v="28" actId="20577"/>
          <ac:spMkLst>
            <pc:docMk/>
            <pc:sldMk cId="2285469316" sldId="258"/>
            <ac:spMk id="3" creationId="{8B9F4136-507B-4BC2-971B-9C49EA8ACC39}"/>
          </ac:spMkLst>
        </pc:spChg>
        <pc:spChg chg="mod">
          <ac:chgData name="Wang, William" userId="865883dc-722d-4f89-9a64-3d014f099f36" providerId="ADAL" clId="{06B02703-6521-47D8-90B6-09F3EAC406E2}" dt="2023-06-18T18:59:51.145" v="121" actId="20577"/>
          <ac:spMkLst>
            <pc:docMk/>
            <pc:sldMk cId="2285469316" sldId="258"/>
            <ac:spMk id="5" creationId="{813E1C79-644E-4910-9DC6-53C605DFE7C0}"/>
          </ac:spMkLst>
        </pc:spChg>
        <pc:spChg chg="mod">
          <ac:chgData name="Wang, William" userId="865883dc-722d-4f89-9a64-3d014f099f36" providerId="ADAL" clId="{06B02703-6521-47D8-90B6-09F3EAC406E2}" dt="2023-06-18T19:04:15.917" v="135" actId="20577"/>
          <ac:spMkLst>
            <pc:docMk/>
            <pc:sldMk cId="2285469316" sldId="258"/>
            <ac:spMk id="6" creationId="{9E2D530D-F64C-44FF-A14C-6154A04567F4}"/>
          </ac:spMkLst>
        </pc:spChg>
        <pc:spChg chg="mod">
          <ac:chgData name="Wang, William" userId="865883dc-722d-4f89-9a64-3d014f099f36" providerId="ADAL" clId="{06B02703-6521-47D8-90B6-09F3EAC406E2}" dt="2023-06-18T18:58:57.426" v="104" actId="1076"/>
          <ac:spMkLst>
            <pc:docMk/>
            <pc:sldMk cId="2285469316" sldId="258"/>
            <ac:spMk id="39" creationId="{91B1F5C7-ECF6-21B3-D902-47B6CE1B3003}"/>
          </ac:spMkLst>
        </pc:spChg>
        <pc:spChg chg="mod">
          <ac:chgData name="Wang, William" userId="865883dc-722d-4f89-9a64-3d014f099f36" providerId="ADAL" clId="{06B02703-6521-47D8-90B6-09F3EAC406E2}" dt="2023-06-18T19:04:48.332" v="153" actId="20577"/>
          <ac:spMkLst>
            <pc:docMk/>
            <pc:sldMk cId="2285469316" sldId="258"/>
            <ac:spMk id="55" creationId="{0B1A5420-9356-33C6-D043-EE33D1F05075}"/>
          </ac:spMkLst>
        </pc:spChg>
        <pc:spChg chg="mod">
          <ac:chgData name="Wang, William" userId="865883dc-722d-4f89-9a64-3d014f099f36" providerId="ADAL" clId="{06B02703-6521-47D8-90B6-09F3EAC406E2}" dt="2023-06-18T19:13:07.725" v="193" actId="14100"/>
          <ac:spMkLst>
            <pc:docMk/>
            <pc:sldMk cId="2285469316" sldId="258"/>
            <ac:spMk id="56" creationId="{EFEEC803-9741-FA2D-44E8-8F8CFDED6786}"/>
          </ac:spMkLst>
        </pc:spChg>
        <pc:spChg chg="mod">
          <ac:chgData name="Wang, William" userId="865883dc-722d-4f89-9a64-3d014f099f36" providerId="ADAL" clId="{06B02703-6521-47D8-90B6-09F3EAC406E2}" dt="2023-06-18T18:58:09.962" v="96" actId="20577"/>
          <ac:spMkLst>
            <pc:docMk/>
            <pc:sldMk cId="2285469316" sldId="258"/>
            <ac:spMk id="61" creationId="{0ADF1B62-1566-BF7D-9B11-AD9DA9AD5952}"/>
          </ac:spMkLst>
        </pc:spChg>
        <pc:spChg chg="mod">
          <ac:chgData name="Wang, William" userId="865883dc-722d-4f89-9a64-3d014f099f36" providerId="ADAL" clId="{06B02703-6521-47D8-90B6-09F3EAC406E2}" dt="2023-06-17T22:52:36.959" v="22" actId="1076"/>
          <ac:spMkLst>
            <pc:docMk/>
            <pc:sldMk cId="2285469316" sldId="258"/>
            <ac:spMk id="68" creationId="{7CA39217-7A1F-C562-D341-68AEF16BBFE3}"/>
          </ac:spMkLst>
        </pc:spChg>
        <pc:spChg chg="mod">
          <ac:chgData name="Wang, William" userId="865883dc-722d-4f89-9a64-3d014f099f36" providerId="ADAL" clId="{06B02703-6521-47D8-90B6-09F3EAC406E2}" dt="2023-06-18T09:38:25.366" v="30" actId="1076"/>
          <ac:spMkLst>
            <pc:docMk/>
            <pc:sldMk cId="2285469316" sldId="258"/>
            <ac:spMk id="75" creationId="{FD30F91D-A2FC-AE8C-B2E7-AFB91C7D0558}"/>
          </ac:spMkLst>
        </pc:spChg>
        <pc:grpChg chg="mod">
          <ac:chgData name="Wang, William" userId="865883dc-722d-4f89-9a64-3d014f099f36" providerId="ADAL" clId="{06B02703-6521-47D8-90B6-09F3EAC406E2}" dt="2023-06-18T18:58:58.364" v="106" actId="1076"/>
          <ac:grpSpMkLst>
            <pc:docMk/>
            <pc:sldMk cId="2285469316" sldId="258"/>
            <ac:grpSpMk id="36" creationId="{0F0055F8-9974-553F-1E19-56AC53D90453}"/>
          </ac:grpSpMkLst>
        </pc:grpChg>
        <pc:graphicFrameChg chg="mod">
          <ac:chgData name="Wang, William" userId="865883dc-722d-4f89-9a64-3d014f099f36" providerId="ADAL" clId="{06B02703-6521-47D8-90B6-09F3EAC406E2}" dt="2023-06-18T18:55:59.713" v="92"/>
          <ac:graphicFrameMkLst>
            <pc:docMk/>
            <pc:sldMk cId="2285469316" sldId="258"/>
            <ac:graphicFrameMk id="21" creationId="{9CAB01CB-A937-A82A-4533-E06FF1E47EB2}"/>
          </ac:graphicFrameMkLst>
        </pc:graphicFrameChg>
        <pc:picChg chg="mod">
          <ac:chgData name="Wang, William" userId="865883dc-722d-4f89-9a64-3d014f099f36" providerId="ADAL" clId="{06B02703-6521-47D8-90B6-09F3EAC406E2}" dt="2023-06-18T18:59:12.825" v="112" actId="14100"/>
          <ac:picMkLst>
            <pc:docMk/>
            <pc:sldMk cId="2285469316" sldId="258"/>
            <ac:picMk id="30" creationId="{0423B438-1B51-3B54-2C80-940207621972}"/>
          </ac:picMkLst>
        </pc:picChg>
        <pc:picChg chg="mod">
          <ac:chgData name="Wang, William" userId="865883dc-722d-4f89-9a64-3d014f099f36" providerId="ADAL" clId="{06B02703-6521-47D8-90B6-09F3EAC406E2}" dt="2023-06-18T09:38:19.431" v="29" actId="1076"/>
          <ac:picMkLst>
            <pc:docMk/>
            <pc:sldMk cId="2285469316" sldId="258"/>
            <ac:picMk id="52" creationId="{6CFA3C32-0C7B-B01F-719F-0C78FFB5985D}"/>
          </ac:picMkLst>
        </pc:picChg>
        <pc:picChg chg="del">
          <ac:chgData name="Wang, William" userId="865883dc-722d-4f89-9a64-3d014f099f36" providerId="ADAL" clId="{06B02703-6521-47D8-90B6-09F3EAC406E2}" dt="2023-06-17T22:47:59.391" v="4" actId="478"/>
          <ac:picMkLst>
            <pc:docMk/>
            <pc:sldMk cId="2285469316" sldId="258"/>
            <ac:picMk id="71" creationId="{DF225406-472C-B7BC-D806-E5D42E6C72F5}"/>
          </ac:picMkLst>
        </pc:picChg>
        <pc:picChg chg="add del mod">
          <ac:chgData name="Wang, William" userId="865883dc-722d-4f89-9a64-3d014f099f36" providerId="ADAL" clId="{06B02703-6521-47D8-90B6-09F3EAC406E2}" dt="2023-06-17T22:49:51.588" v="11" actId="478"/>
          <ac:picMkLst>
            <pc:docMk/>
            <pc:sldMk cId="2285469316" sldId="258"/>
            <ac:picMk id="84" creationId="{B8C799D8-DD8C-9008-91A6-39CE5CAF8381}"/>
          </ac:picMkLst>
        </pc:picChg>
        <pc:picChg chg="add del mod">
          <ac:chgData name="Wang, William" userId="865883dc-722d-4f89-9a64-3d014f099f36" providerId="ADAL" clId="{06B02703-6521-47D8-90B6-09F3EAC406E2}" dt="2023-06-17T22:51:51.394" v="18" actId="478"/>
          <ac:picMkLst>
            <pc:docMk/>
            <pc:sldMk cId="2285469316" sldId="258"/>
            <ac:picMk id="86" creationId="{BCF3D59F-4640-8EC6-BC36-7E066C3AE4BF}"/>
          </ac:picMkLst>
        </pc:picChg>
        <pc:picChg chg="add mod">
          <ac:chgData name="Wang, William" userId="865883dc-722d-4f89-9a64-3d014f099f36" providerId="ADAL" clId="{06B02703-6521-47D8-90B6-09F3EAC406E2}" dt="2023-06-18T18:58:56.151" v="103" actId="1076"/>
          <ac:picMkLst>
            <pc:docMk/>
            <pc:sldMk cId="2285469316" sldId="258"/>
            <ac:picMk id="88" creationId="{4D3FED7B-323E-0D8F-75D3-6D8AF67BF529}"/>
          </ac:picMkLst>
        </pc:picChg>
      </pc:sldChg>
    </pc:docChg>
  </pc:docChgLst>
  <pc:docChgLst>
    <pc:chgData name="Wang, William" userId="S::wzw19@ic.ac.uk::865883dc-722d-4f89-9a64-3d014f099f36" providerId="AD" clId="Web-{8E5764BA-94BF-712A-49D2-1B8A00588AFA}"/>
    <pc:docChg chg="modSld">
      <pc:chgData name="Wang, William" userId="S::wzw19@ic.ac.uk::865883dc-722d-4f89-9a64-3d014f099f36" providerId="AD" clId="Web-{8E5764BA-94BF-712A-49D2-1B8A00588AFA}" dt="2023-06-19T14:12:30.036" v="1" actId="14100"/>
      <pc:docMkLst>
        <pc:docMk/>
      </pc:docMkLst>
      <pc:sldChg chg="modSp">
        <pc:chgData name="Wang, William" userId="S::wzw19@ic.ac.uk::865883dc-722d-4f89-9a64-3d014f099f36" providerId="AD" clId="Web-{8E5764BA-94BF-712A-49D2-1B8A00588AFA}" dt="2023-06-19T14:12:30.036" v="1" actId="14100"/>
        <pc:sldMkLst>
          <pc:docMk/>
          <pc:sldMk cId="2285469316" sldId="258"/>
        </pc:sldMkLst>
        <pc:spChg chg="mod">
          <ac:chgData name="Wang, William" userId="S::wzw19@ic.ac.uk::865883dc-722d-4f89-9a64-3d014f099f36" providerId="AD" clId="Web-{8E5764BA-94BF-712A-49D2-1B8A00588AFA}" dt="2023-06-19T14:12:30.036" v="1" actId="14100"/>
          <ac:spMkLst>
            <pc:docMk/>
            <pc:sldMk cId="2285469316" sldId="258"/>
            <ac:spMk id="61" creationId="{0ADF1B62-1566-BF7D-9B11-AD9DA9AD5952}"/>
          </ac:spMkLst>
        </pc:spChg>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4577672-DEE5-47F2-B68A-04B20539D4AC}" type="doc">
      <dgm:prSet loTypeId="urn:microsoft.com/office/officeart/2018/2/layout/IconLabelList" loCatId="icon" qsTypeId="urn:microsoft.com/office/officeart/2005/8/quickstyle/simple1" qsCatId="simple" csTypeId="urn:microsoft.com/office/officeart/2005/8/colors/accent2_2" csCatId="accent2" phldr="1"/>
      <dgm:spPr/>
      <dgm:t>
        <a:bodyPr/>
        <a:lstStyle/>
        <a:p>
          <a:endParaRPr lang="en-US"/>
        </a:p>
      </dgm:t>
    </dgm:pt>
    <dgm:pt modelId="{A41C9AFA-8632-472E-94A3-7A13C88E4C18}">
      <dgm:prSet custT="1"/>
      <dgm:spPr/>
      <dgm:t>
        <a:bodyPr/>
        <a:lstStyle/>
        <a:p>
          <a:pPr>
            <a:lnSpc>
              <a:spcPct val="100000"/>
            </a:lnSpc>
          </a:pPr>
          <a:r>
            <a:rPr lang="en-GB" sz="1800" dirty="0"/>
            <a:t>Review existing literature</a:t>
          </a:r>
          <a:endParaRPr lang="en-US" sz="1800" dirty="0"/>
        </a:p>
      </dgm:t>
    </dgm:pt>
    <dgm:pt modelId="{D24DD4B3-F070-4BA5-8567-7710B50FC34F}" type="parTrans" cxnId="{08926E7F-E3A3-4721-9EAE-FDC81BA35B2E}">
      <dgm:prSet/>
      <dgm:spPr/>
      <dgm:t>
        <a:bodyPr/>
        <a:lstStyle/>
        <a:p>
          <a:endParaRPr lang="en-US"/>
        </a:p>
      </dgm:t>
    </dgm:pt>
    <dgm:pt modelId="{80B88C47-B1A8-4D2F-9780-FEF7A836FB66}" type="sibTrans" cxnId="{08926E7F-E3A3-4721-9EAE-FDC81BA35B2E}">
      <dgm:prSet/>
      <dgm:spPr/>
      <dgm:t>
        <a:bodyPr/>
        <a:lstStyle/>
        <a:p>
          <a:endParaRPr lang="en-US"/>
        </a:p>
      </dgm:t>
    </dgm:pt>
    <dgm:pt modelId="{679BB5E7-350C-4F28-829A-606B6823C407}">
      <dgm:prSet custT="1"/>
      <dgm:spPr/>
      <dgm:t>
        <a:bodyPr/>
        <a:lstStyle/>
        <a:p>
          <a:pPr>
            <a:lnSpc>
              <a:spcPct val="100000"/>
            </a:lnSpc>
          </a:pPr>
          <a:r>
            <a:rPr lang="en-GB" sz="1800" dirty="0"/>
            <a:t>Investigate statistics</a:t>
          </a:r>
          <a:endParaRPr lang="en-US" sz="1800" dirty="0"/>
        </a:p>
      </dgm:t>
    </dgm:pt>
    <dgm:pt modelId="{6362417D-23C2-4A07-96EB-007BB85C655C}" type="parTrans" cxnId="{6BDD6FB0-8397-4149-A321-CA27BEB7E90C}">
      <dgm:prSet/>
      <dgm:spPr/>
      <dgm:t>
        <a:bodyPr/>
        <a:lstStyle/>
        <a:p>
          <a:endParaRPr lang="en-US"/>
        </a:p>
      </dgm:t>
    </dgm:pt>
    <dgm:pt modelId="{AC989C26-6DCD-4562-A3BF-C9798895B136}" type="sibTrans" cxnId="{6BDD6FB0-8397-4149-A321-CA27BEB7E90C}">
      <dgm:prSet/>
      <dgm:spPr/>
      <dgm:t>
        <a:bodyPr/>
        <a:lstStyle/>
        <a:p>
          <a:endParaRPr lang="en-US"/>
        </a:p>
      </dgm:t>
    </dgm:pt>
    <dgm:pt modelId="{6EF384D0-67CC-4D8A-B35F-1D06FBC8E141}">
      <dgm:prSet custT="1"/>
      <dgm:spPr/>
      <dgm:t>
        <a:bodyPr/>
        <a:lstStyle/>
        <a:p>
          <a:pPr>
            <a:lnSpc>
              <a:spcPct val="100000"/>
            </a:lnSpc>
          </a:pPr>
          <a:r>
            <a:rPr lang="en-GB" sz="1800" dirty="0"/>
            <a:t>Process data</a:t>
          </a:r>
          <a:endParaRPr lang="en-US" sz="1800" dirty="0"/>
        </a:p>
      </dgm:t>
    </dgm:pt>
    <dgm:pt modelId="{5B0A3F97-590F-4FE9-8A32-F249A31BCF67}" type="parTrans" cxnId="{3959EE06-CE03-4CCC-B57D-10397249CBC0}">
      <dgm:prSet/>
      <dgm:spPr/>
      <dgm:t>
        <a:bodyPr/>
        <a:lstStyle/>
        <a:p>
          <a:endParaRPr lang="en-US"/>
        </a:p>
      </dgm:t>
    </dgm:pt>
    <dgm:pt modelId="{4A1CF3CB-A170-4807-B934-FFB4D453A784}" type="sibTrans" cxnId="{3959EE06-CE03-4CCC-B57D-10397249CBC0}">
      <dgm:prSet/>
      <dgm:spPr/>
      <dgm:t>
        <a:bodyPr/>
        <a:lstStyle/>
        <a:p>
          <a:endParaRPr lang="en-US"/>
        </a:p>
      </dgm:t>
    </dgm:pt>
    <dgm:pt modelId="{827A77CA-304E-4FC2-9E92-31E8FAD6D54E}">
      <dgm:prSet custT="1"/>
      <dgm:spPr/>
      <dgm:t>
        <a:bodyPr/>
        <a:lstStyle/>
        <a:p>
          <a:pPr>
            <a:lnSpc>
              <a:spcPct val="100000"/>
            </a:lnSpc>
          </a:pPr>
          <a:r>
            <a:rPr lang="en-GB" sz="1800" dirty="0"/>
            <a:t>Establish ML models </a:t>
          </a:r>
          <a:endParaRPr lang="en-US" sz="1800" dirty="0"/>
        </a:p>
      </dgm:t>
    </dgm:pt>
    <dgm:pt modelId="{BC659956-BCCB-4004-B1A9-1715DD26D9B2}" type="parTrans" cxnId="{FDF3A077-F626-4FC5-AA65-9A51D67ADF72}">
      <dgm:prSet/>
      <dgm:spPr/>
      <dgm:t>
        <a:bodyPr/>
        <a:lstStyle/>
        <a:p>
          <a:endParaRPr lang="en-US"/>
        </a:p>
      </dgm:t>
    </dgm:pt>
    <dgm:pt modelId="{5C50134D-0AA8-45D6-9117-EFCEFD6F00B8}" type="sibTrans" cxnId="{FDF3A077-F626-4FC5-AA65-9A51D67ADF72}">
      <dgm:prSet/>
      <dgm:spPr/>
      <dgm:t>
        <a:bodyPr/>
        <a:lstStyle/>
        <a:p>
          <a:endParaRPr lang="en-US"/>
        </a:p>
      </dgm:t>
    </dgm:pt>
    <dgm:pt modelId="{A2168140-6ADA-4031-BC59-2A67510E0949}">
      <dgm:prSet custT="1"/>
      <dgm:spPr/>
      <dgm:t>
        <a:bodyPr/>
        <a:lstStyle/>
        <a:p>
          <a:pPr>
            <a:lnSpc>
              <a:spcPct val="100000"/>
            </a:lnSpc>
          </a:pPr>
          <a:r>
            <a:rPr lang="en-GB" sz="1800" dirty="0"/>
            <a:t>Assess models</a:t>
          </a:r>
          <a:endParaRPr lang="en-US" sz="1800" dirty="0"/>
        </a:p>
      </dgm:t>
    </dgm:pt>
    <dgm:pt modelId="{7CD14978-CBD6-4939-88AD-5F54A4F17288}" type="parTrans" cxnId="{EC70D3EA-4391-4DBF-9216-EBABA08928AC}">
      <dgm:prSet/>
      <dgm:spPr/>
      <dgm:t>
        <a:bodyPr/>
        <a:lstStyle/>
        <a:p>
          <a:endParaRPr lang="en-US"/>
        </a:p>
      </dgm:t>
    </dgm:pt>
    <dgm:pt modelId="{99939E49-A6FC-408A-9071-62FF12AA6D10}" type="sibTrans" cxnId="{EC70D3EA-4391-4DBF-9216-EBABA08928AC}">
      <dgm:prSet/>
      <dgm:spPr/>
      <dgm:t>
        <a:bodyPr/>
        <a:lstStyle/>
        <a:p>
          <a:endParaRPr lang="en-US"/>
        </a:p>
      </dgm:t>
    </dgm:pt>
    <dgm:pt modelId="{943E73F6-B799-4EDD-8AC1-5D7AF49D557E}" type="pres">
      <dgm:prSet presAssocID="{D4577672-DEE5-47F2-B68A-04B20539D4AC}" presName="root" presStyleCnt="0">
        <dgm:presLayoutVars>
          <dgm:dir/>
          <dgm:resizeHandles val="exact"/>
        </dgm:presLayoutVars>
      </dgm:prSet>
      <dgm:spPr/>
    </dgm:pt>
    <dgm:pt modelId="{0073F192-4B2E-42B3-B2EB-762B825705EF}" type="pres">
      <dgm:prSet presAssocID="{A41C9AFA-8632-472E-94A3-7A13C88E4C18}" presName="compNode" presStyleCnt="0"/>
      <dgm:spPr/>
    </dgm:pt>
    <dgm:pt modelId="{F6A31E76-EBAD-4FB3-B312-625BD852FE5D}" type="pres">
      <dgm:prSet presAssocID="{A41C9AFA-8632-472E-94A3-7A13C88E4C18}" presName="iconRect" presStyleLbl="node1" presStyleIdx="0" presStyleCnt="5" custLinFactNeighborX="-279" custLinFactNeighborY="-57351"/>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ooks"/>
        </a:ext>
      </dgm:extLst>
    </dgm:pt>
    <dgm:pt modelId="{526F3C0D-9746-4DBA-97C4-4F742EDF7085}" type="pres">
      <dgm:prSet presAssocID="{A41C9AFA-8632-472E-94A3-7A13C88E4C18}" presName="spaceRect" presStyleCnt="0"/>
      <dgm:spPr/>
    </dgm:pt>
    <dgm:pt modelId="{F079F105-AEE8-4797-AC31-A8105966CEF6}" type="pres">
      <dgm:prSet presAssocID="{A41C9AFA-8632-472E-94A3-7A13C88E4C18}" presName="textRect" presStyleLbl="revTx" presStyleIdx="0" presStyleCnt="5" custScaleX="176288" custLinFactY="-49761" custLinFactNeighborX="-9655" custLinFactNeighborY="-100000">
        <dgm:presLayoutVars>
          <dgm:chMax val="1"/>
          <dgm:chPref val="1"/>
        </dgm:presLayoutVars>
      </dgm:prSet>
      <dgm:spPr/>
    </dgm:pt>
    <dgm:pt modelId="{F823BB4A-C193-43C7-BACC-CFEC429C2F5F}" type="pres">
      <dgm:prSet presAssocID="{80B88C47-B1A8-4D2F-9780-FEF7A836FB66}" presName="sibTrans" presStyleCnt="0"/>
      <dgm:spPr/>
    </dgm:pt>
    <dgm:pt modelId="{5AB34074-3782-4862-B2E4-173CFDF9D488}" type="pres">
      <dgm:prSet presAssocID="{679BB5E7-350C-4F28-829A-606B6823C407}" presName="compNode" presStyleCnt="0"/>
      <dgm:spPr/>
    </dgm:pt>
    <dgm:pt modelId="{844D2FAF-9EE0-495C-8351-4C0B9C0557D5}" type="pres">
      <dgm:prSet presAssocID="{679BB5E7-350C-4F28-829A-606B6823C407}" presName="iconRect" presStyleLbl="node1" presStyleIdx="1" presStyleCnt="5" custLinFactNeighborX="-65238" custLinFactNeighborY="-6285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ar chart"/>
        </a:ext>
      </dgm:extLst>
    </dgm:pt>
    <dgm:pt modelId="{5B2208EA-26E8-402B-B493-64130DE336F4}" type="pres">
      <dgm:prSet presAssocID="{679BB5E7-350C-4F28-829A-606B6823C407}" presName="spaceRect" presStyleCnt="0"/>
      <dgm:spPr/>
    </dgm:pt>
    <dgm:pt modelId="{59A50CE5-C8D5-4481-B728-415AD5F4F341}" type="pres">
      <dgm:prSet presAssocID="{679BB5E7-350C-4F28-829A-606B6823C407}" presName="textRect" presStyleLbl="revTx" presStyleIdx="1" presStyleCnt="5" custScaleX="168043" custScaleY="54786" custLinFactY="-38458" custLinFactNeighborX="-25692" custLinFactNeighborY="-100000">
        <dgm:presLayoutVars>
          <dgm:chMax val="1"/>
          <dgm:chPref val="1"/>
        </dgm:presLayoutVars>
      </dgm:prSet>
      <dgm:spPr/>
    </dgm:pt>
    <dgm:pt modelId="{830D91B9-291D-44C1-9734-7A5F75273C3C}" type="pres">
      <dgm:prSet presAssocID="{AC989C26-6DCD-4562-A3BF-C9798895B136}" presName="sibTrans" presStyleCnt="0"/>
      <dgm:spPr/>
    </dgm:pt>
    <dgm:pt modelId="{7FB85852-77C6-4B3B-9D9A-6CF530B1C610}" type="pres">
      <dgm:prSet presAssocID="{6EF384D0-67CC-4D8A-B35F-1D06FBC8E141}" presName="compNode" presStyleCnt="0"/>
      <dgm:spPr/>
    </dgm:pt>
    <dgm:pt modelId="{AD7A592E-A027-43EC-B59A-D1BD74A9E624}" type="pres">
      <dgm:prSet presAssocID="{6EF384D0-67CC-4D8A-B35F-1D06FBC8E141}" presName="iconRect" presStyleLbl="node1" presStyleIdx="2" presStyleCnt="5" custLinFactX="-23814" custLinFactNeighborX="-100000" custLinFactNeighborY="-29234"/>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Folder Search with solid fill"/>
        </a:ext>
      </dgm:extLst>
    </dgm:pt>
    <dgm:pt modelId="{6826F910-EED5-4F43-9430-9F2AEECD7E03}" type="pres">
      <dgm:prSet presAssocID="{6EF384D0-67CC-4D8A-B35F-1D06FBC8E141}" presName="spaceRect" presStyleCnt="0"/>
      <dgm:spPr/>
    </dgm:pt>
    <dgm:pt modelId="{81F98494-C9BA-45F3-87F3-F398142ED6E1}" type="pres">
      <dgm:prSet presAssocID="{6EF384D0-67CC-4D8A-B35F-1D06FBC8E141}" presName="textRect" presStyleLbl="revTx" presStyleIdx="2" presStyleCnt="5" custScaleX="117953" custScaleY="258993" custLinFactNeighborX="-51487" custLinFactNeighborY="20894">
        <dgm:presLayoutVars>
          <dgm:chMax val="1"/>
          <dgm:chPref val="1"/>
        </dgm:presLayoutVars>
      </dgm:prSet>
      <dgm:spPr/>
    </dgm:pt>
    <dgm:pt modelId="{8AAD0A16-D894-40BD-BD9D-5F8ACD11984D}" type="pres">
      <dgm:prSet presAssocID="{4A1CF3CB-A170-4807-B934-FFB4D453A784}" presName="sibTrans" presStyleCnt="0"/>
      <dgm:spPr/>
    </dgm:pt>
    <dgm:pt modelId="{71D715E6-C54F-4CA2-A8AA-ED0F7C9A2AE7}" type="pres">
      <dgm:prSet presAssocID="{827A77CA-304E-4FC2-9E92-31E8FAD6D54E}" presName="compNode" presStyleCnt="0"/>
      <dgm:spPr/>
    </dgm:pt>
    <dgm:pt modelId="{CCF7470E-73C8-4FC1-AFFF-09FCA0654678}" type="pres">
      <dgm:prSet presAssocID="{827A77CA-304E-4FC2-9E92-31E8FAD6D54E}" presName="iconRect" presStyleLbl="node1" presStyleIdx="3" presStyleCnt="5" custLinFactX="-64422" custLinFactNeighborX="-100000" custLinFactNeighborY="-44273"/>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Gears"/>
        </a:ext>
      </dgm:extLst>
    </dgm:pt>
    <dgm:pt modelId="{99D7BEC4-DEB6-4CB6-949D-0A759C38289D}" type="pres">
      <dgm:prSet presAssocID="{827A77CA-304E-4FC2-9E92-31E8FAD6D54E}" presName="spaceRect" presStyleCnt="0"/>
      <dgm:spPr/>
    </dgm:pt>
    <dgm:pt modelId="{C57D04AA-2946-4232-8B7C-1184D0282C52}" type="pres">
      <dgm:prSet presAssocID="{827A77CA-304E-4FC2-9E92-31E8FAD6D54E}" presName="textRect" presStyleLbl="revTx" presStyleIdx="3" presStyleCnt="5" custScaleX="183324" custScaleY="129660" custLinFactNeighborX="-61897" custLinFactNeighborY="-72898">
        <dgm:presLayoutVars>
          <dgm:chMax val="1"/>
          <dgm:chPref val="1"/>
        </dgm:presLayoutVars>
      </dgm:prSet>
      <dgm:spPr/>
    </dgm:pt>
    <dgm:pt modelId="{41C90275-98AC-445C-B96C-6AA439EDFD30}" type="pres">
      <dgm:prSet presAssocID="{5C50134D-0AA8-45D6-9117-EFCEFD6F00B8}" presName="sibTrans" presStyleCnt="0"/>
      <dgm:spPr/>
    </dgm:pt>
    <dgm:pt modelId="{4B8434A3-1D3B-4E9E-A513-60AE1601B678}" type="pres">
      <dgm:prSet presAssocID="{A2168140-6ADA-4031-BC59-2A67510E0949}" presName="compNode" presStyleCnt="0"/>
      <dgm:spPr/>
    </dgm:pt>
    <dgm:pt modelId="{D13B74E5-7FD5-4CF2-89E5-AE6B6CBE23E6}" type="pres">
      <dgm:prSet presAssocID="{A2168140-6ADA-4031-BC59-2A67510E0949}" presName="iconRect" presStyleLbl="node1" presStyleIdx="4" presStyleCnt="5" custLinFactX="-78587" custLinFactNeighborX="-100000" custLinFactNeighborY="-57351"/>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heckmark"/>
        </a:ext>
      </dgm:extLst>
    </dgm:pt>
    <dgm:pt modelId="{77A63905-4AF2-4E46-9AC2-B841BB7772FF}" type="pres">
      <dgm:prSet presAssocID="{A2168140-6ADA-4031-BC59-2A67510E0949}" presName="spaceRect" presStyleCnt="0"/>
      <dgm:spPr/>
    </dgm:pt>
    <dgm:pt modelId="{DBA41C9B-D328-4A9C-845B-62BC09A8AAC3}" type="pres">
      <dgm:prSet presAssocID="{A2168140-6ADA-4031-BC59-2A67510E0949}" presName="textRect" presStyleLbl="revTx" presStyleIdx="4" presStyleCnt="5" custScaleX="127061" custLinFactY="-2286" custLinFactNeighborX="-77657" custLinFactNeighborY="-100000">
        <dgm:presLayoutVars>
          <dgm:chMax val="1"/>
          <dgm:chPref val="1"/>
        </dgm:presLayoutVars>
      </dgm:prSet>
      <dgm:spPr/>
    </dgm:pt>
  </dgm:ptLst>
  <dgm:cxnLst>
    <dgm:cxn modelId="{8B8A7E01-E628-4B96-8DD2-7FE6E4FDF681}" type="presOf" srcId="{827A77CA-304E-4FC2-9E92-31E8FAD6D54E}" destId="{C57D04AA-2946-4232-8B7C-1184D0282C52}" srcOrd="0" destOrd="0" presId="urn:microsoft.com/office/officeart/2018/2/layout/IconLabelList"/>
    <dgm:cxn modelId="{3959EE06-CE03-4CCC-B57D-10397249CBC0}" srcId="{D4577672-DEE5-47F2-B68A-04B20539D4AC}" destId="{6EF384D0-67CC-4D8A-B35F-1D06FBC8E141}" srcOrd="2" destOrd="0" parTransId="{5B0A3F97-590F-4FE9-8A32-F249A31BCF67}" sibTransId="{4A1CF3CB-A170-4807-B934-FFB4D453A784}"/>
    <dgm:cxn modelId="{95EAB70C-B667-4793-BAF4-25E2A3D5134D}" type="presOf" srcId="{679BB5E7-350C-4F28-829A-606B6823C407}" destId="{59A50CE5-C8D5-4481-B728-415AD5F4F341}" srcOrd="0" destOrd="0" presId="urn:microsoft.com/office/officeart/2018/2/layout/IconLabelList"/>
    <dgm:cxn modelId="{4192D154-7B17-4B86-A517-19D40FA2496D}" type="presOf" srcId="{A41C9AFA-8632-472E-94A3-7A13C88E4C18}" destId="{F079F105-AEE8-4797-AC31-A8105966CEF6}" srcOrd="0" destOrd="0" presId="urn:microsoft.com/office/officeart/2018/2/layout/IconLabelList"/>
    <dgm:cxn modelId="{FDF3A077-F626-4FC5-AA65-9A51D67ADF72}" srcId="{D4577672-DEE5-47F2-B68A-04B20539D4AC}" destId="{827A77CA-304E-4FC2-9E92-31E8FAD6D54E}" srcOrd="3" destOrd="0" parTransId="{BC659956-BCCB-4004-B1A9-1715DD26D9B2}" sibTransId="{5C50134D-0AA8-45D6-9117-EFCEFD6F00B8}"/>
    <dgm:cxn modelId="{3BE57F58-7458-40B2-BF00-BA290ABB096E}" type="presOf" srcId="{6EF384D0-67CC-4D8A-B35F-1D06FBC8E141}" destId="{81F98494-C9BA-45F3-87F3-F398142ED6E1}" srcOrd="0" destOrd="0" presId="urn:microsoft.com/office/officeart/2018/2/layout/IconLabelList"/>
    <dgm:cxn modelId="{08926E7F-E3A3-4721-9EAE-FDC81BA35B2E}" srcId="{D4577672-DEE5-47F2-B68A-04B20539D4AC}" destId="{A41C9AFA-8632-472E-94A3-7A13C88E4C18}" srcOrd="0" destOrd="0" parTransId="{D24DD4B3-F070-4BA5-8567-7710B50FC34F}" sibTransId="{80B88C47-B1A8-4D2F-9780-FEF7A836FB66}"/>
    <dgm:cxn modelId="{6BDD6FB0-8397-4149-A321-CA27BEB7E90C}" srcId="{D4577672-DEE5-47F2-B68A-04B20539D4AC}" destId="{679BB5E7-350C-4F28-829A-606B6823C407}" srcOrd="1" destOrd="0" parTransId="{6362417D-23C2-4A07-96EB-007BB85C655C}" sibTransId="{AC989C26-6DCD-4562-A3BF-C9798895B136}"/>
    <dgm:cxn modelId="{48FE5FBC-BF5B-4FF7-98B5-D246E6F56AB7}" type="presOf" srcId="{A2168140-6ADA-4031-BC59-2A67510E0949}" destId="{DBA41C9B-D328-4A9C-845B-62BC09A8AAC3}" srcOrd="0" destOrd="0" presId="urn:microsoft.com/office/officeart/2018/2/layout/IconLabelList"/>
    <dgm:cxn modelId="{06D9ECE7-7DCC-402F-93BB-0429E6720CB8}" type="presOf" srcId="{D4577672-DEE5-47F2-B68A-04B20539D4AC}" destId="{943E73F6-B799-4EDD-8AC1-5D7AF49D557E}" srcOrd="0" destOrd="0" presId="urn:microsoft.com/office/officeart/2018/2/layout/IconLabelList"/>
    <dgm:cxn modelId="{EC70D3EA-4391-4DBF-9216-EBABA08928AC}" srcId="{D4577672-DEE5-47F2-B68A-04B20539D4AC}" destId="{A2168140-6ADA-4031-BC59-2A67510E0949}" srcOrd="4" destOrd="0" parTransId="{7CD14978-CBD6-4939-88AD-5F54A4F17288}" sibTransId="{99939E49-A6FC-408A-9071-62FF12AA6D10}"/>
    <dgm:cxn modelId="{9948D277-C25E-4912-B8BC-21304A893668}" type="presParOf" srcId="{943E73F6-B799-4EDD-8AC1-5D7AF49D557E}" destId="{0073F192-4B2E-42B3-B2EB-762B825705EF}" srcOrd="0" destOrd="0" presId="urn:microsoft.com/office/officeart/2018/2/layout/IconLabelList"/>
    <dgm:cxn modelId="{8C39B8C9-1BA2-46D5-9C12-E982979BDD5A}" type="presParOf" srcId="{0073F192-4B2E-42B3-B2EB-762B825705EF}" destId="{F6A31E76-EBAD-4FB3-B312-625BD852FE5D}" srcOrd="0" destOrd="0" presId="urn:microsoft.com/office/officeart/2018/2/layout/IconLabelList"/>
    <dgm:cxn modelId="{410DE3C1-E169-4C1A-ABCA-12F07C79AD18}" type="presParOf" srcId="{0073F192-4B2E-42B3-B2EB-762B825705EF}" destId="{526F3C0D-9746-4DBA-97C4-4F742EDF7085}" srcOrd="1" destOrd="0" presId="urn:microsoft.com/office/officeart/2018/2/layout/IconLabelList"/>
    <dgm:cxn modelId="{9C5538CE-4B37-47D8-9689-435AEFEADB32}" type="presParOf" srcId="{0073F192-4B2E-42B3-B2EB-762B825705EF}" destId="{F079F105-AEE8-4797-AC31-A8105966CEF6}" srcOrd="2" destOrd="0" presId="urn:microsoft.com/office/officeart/2018/2/layout/IconLabelList"/>
    <dgm:cxn modelId="{720291DA-F2E9-4952-8107-486D4FAECEDD}" type="presParOf" srcId="{943E73F6-B799-4EDD-8AC1-5D7AF49D557E}" destId="{F823BB4A-C193-43C7-BACC-CFEC429C2F5F}" srcOrd="1" destOrd="0" presId="urn:microsoft.com/office/officeart/2018/2/layout/IconLabelList"/>
    <dgm:cxn modelId="{B30E290F-217E-4F4B-9E04-CB055F231A52}" type="presParOf" srcId="{943E73F6-B799-4EDD-8AC1-5D7AF49D557E}" destId="{5AB34074-3782-4862-B2E4-173CFDF9D488}" srcOrd="2" destOrd="0" presId="urn:microsoft.com/office/officeart/2018/2/layout/IconLabelList"/>
    <dgm:cxn modelId="{C078DB6B-90EA-4DB1-9E16-407A0D65CF5F}" type="presParOf" srcId="{5AB34074-3782-4862-B2E4-173CFDF9D488}" destId="{844D2FAF-9EE0-495C-8351-4C0B9C0557D5}" srcOrd="0" destOrd="0" presId="urn:microsoft.com/office/officeart/2018/2/layout/IconLabelList"/>
    <dgm:cxn modelId="{1BAD7C5A-7602-49BB-95D5-460EAC616FC1}" type="presParOf" srcId="{5AB34074-3782-4862-B2E4-173CFDF9D488}" destId="{5B2208EA-26E8-402B-B493-64130DE336F4}" srcOrd="1" destOrd="0" presId="urn:microsoft.com/office/officeart/2018/2/layout/IconLabelList"/>
    <dgm:cxn modelId="{65AFFDBA-982B-436F-AF81-99B28A128649}" type="presParOf" srcId="{5AB34074-3782-4862-B2E4-173CFDF9D488}" destId="{59A50CE5-C8D5-4481-B728-415AD5F4F341}" srcOrd="2" destOrd="0" presId="urn:microsoft.com/office/officeart/2018/2/layout/IconLabelList"/>
    <dgm:cxn modelId="{20A535E1-6B2E-47F5-B5BE-4E388406FAFC}" type="presParOf" srcId="{943E73F6-B799-4EDD-8AC1-5D7AF49D557E}" destId="{830D91B9-291D-44C1-9734-7A5F75273C3C}" srcOrd="3" destOrd="0" presId="urn:microsoft.com/office/officeart/2018/2/layout/IconLabelList"/>
    <dgm:cxn modelId="{90A48758-51F3-43D6-AE09-5BE745FD5708}" type="presParOf" srcId="{943E73F6-B799-4EDD-8AC1-5D7AF49D557E}" destId="{7FB85852-77C6-4B3B-9D9A-6CF530B1C610}" srcOrd="4" destOrd="0" presId="urn:microsoft.com/office/officeart/2018/2/layout/IconLabelList"/>
    <dgm:cxn modelId="{4B8BD573-503B-4FE1-8EF5-A5A07D0FB532}" type="presParOf" srcId="{7FB85852-77C6-4B3B-9D9A-6CF530B1C610}" destId="{AD7A592E-A027-43EC-B59A-D1BD74A9E624}" srcOrd="0" destOrd="0" presId="urn:microsoft.com/office/officeart/2018/2/layout/IconLabelList"/>
    <dgm:cxn modelId="{441797DB-D291-4435-999E-A0C536500806}" type="presParOf" srcId="{7FB85852-77C6-4B3B-9D9A-6CF530B1C610}" destId="{6826F910-EED5-4F43-9430-9F2AEECD7E03}" srcOrd="1" destOrd="0" presId="urn:microsoft.com/office/officeart/2018/2/layout/IconLabelList"/>
    <dgm:cxn modelId="{18965D9F-7104-4995-99D4-DE0A474EB1ED}" type="presParOf" srcId="{7FB85852-77C6-4B3B-9D9A-6CF530B1C610}" destId="{81F98494-C9BA-45F3-87F3-F398142ED6E1}" srcOrd="2" destOrd="0" presId="urn:microsoft.com/office/officeart/2018/2/layout/IconLabelList"/>
    <dgm:cxn modelId="{AC489818-CCAF-4DE2-99BC-88DDE17C41DF}" type="presParOf" srcId="{943E73F6-B799-4EDD-8AC1-5D7AF49D557E}" destId="{8AAD0A16-D894-40BD-BD9D-5F8ACD11984D}" srcOrd="5" destOrd="0" presId="urn:microsoft.com/office/officeart/2018/2/layout/IconLabelList"/>
    <dgm:cxn modelId="{75925F92-1EC9-4936-8ED6-7668295B6EDB}" type="presParOf" srcId="{943E73F6-B799-4EDD-8AC1-5D7AF49D557E}" destId="{71D715E6-C54F-4CA2-A8AA-ED0F7C9A2AE7}" srcOrd="6" destOrd="0" presId="urn:microsoft.com/office/officeart/2018/2/layout/IconLabelList"/>
    <dgm:cxn modelId="{93D359F4-FC9B-4DEF-95DB-973E77571ABE}" type="presParOf" srcId="{71D715E6-C54F-4CA2-A8AA-ED0F7C9A2AE7}" destId="{CCF7470E-73C8-4FC1-AFFF-09FCA0654678}" srcOrd="0" destOrd="0" presId="urn:microsoft.com/office/officeart/2018/2/layout/IconLabelList"/>
    <dgm:cxn modelId="{1CEA59B2-52A4-4622-9121-72F905D2C530}" type="presParOf" srcId="{71D715E6-C54F-4CA2-A8AA-ED0F7C9A2AE7}" destId="{99D7BEC4-DEB6-4CB6-949D-0A759C38289D}" srcOrd="1" destOrd="0" presId="urn:microsoft.com/office/officeart/2018/2/layout/IconLabelList"/>
    <dgm:cxn modelId="{3EAED68F-B419-464A-9189-160BBA836A63}" type="presParOf" srcId="{71D715E6-C54F-4CA2-A8AA-ED0F7C9A2AE7}" destId="{C57D04AA-2946-4232-8B7C-1184D0282C52}" srcOrd="2" destOrd="0" presId="urn:microsoft.com/office/officeart/2018/2/layout/IconLabelList"/>
    <dgm:cxn modelId="{3432E4B8-4F64-4F30-8727-9AEA535D4653}" type="presParOf" srcId="{943E73F6-B799-4EDD-8AC1-5D7AF49D557E}" destId="{41C90275-98AC-445C-B96C-6AA439EDFD30}" srcOrd="7" destOrd="0" presId="urn:microsoft.com/office/officeart/2018/2/layout/IconLabelList"/>
    <dgm:cxn modelId="{CE79CBB7-D04E-4342-B1BC-70B5E29971BD}" type="presParOf" srcId="{943E73F6-B799-4EDD-8AC1-5D7AF49D557E}" destId="{4B8434A3-1D3B-4E9E-A513-60AE1601B678}" srcOrd="8" destOrd="0" presId="urn:microsoft.com/office/officeart/2018/2/layout/IconLabelList"/>
    <dgm:cxn modelId="{DFEB0EA2-CB4B-420D-B8CC-BEBF4FC11CF6}" type="presParOf" srcId="{4B8434A3-1D3B-4E9E-A513-60AE1601B678}" destId="{D13B74E5-7FD5-4CF2-89E5-AE6B6CBE23E6}" srcOrd="0" destOrd="0" presId="urn:microsoft.com/office/officeart/2018/2/layout/IconLabelList"/>
    <dgm:cxn modelId="{CF54B96E-0D46-4A54-B4CD-AE853047B098}" type="presParOf" srcId="{4B8434A3-1D3B-4E9E-A513-60AE1601B678}" destId="{77A63905-4AF2-4E46-9AC2-B841BB7772FF}" srcOrd="1" destOrd="0" presId="urn:microsoft.com/office/officeart/2018/2/layout/IconLabelList"/>
    <dgm:cxn modelId="{A24C8EF7-1B53-4891-8662-47BE9453BEFF}" type="presParOf" srcId="{4B8434A3-1D3B-4E9E-A513-60AE1601B678}" destId="{DBA41C9B-D328-4A9C-845B-62BC09A8AAC3}" srcOrd="2" destOrd="0" presId="urn:microsoft.com/office/officeart/2018/2/layout/IconLabel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A31E76-EBAD-4FB3-B312-625BD852FE5D}">
      <dsp:nvSpPr>
        <dsp:cNvPr id="0" name=""/>
        <dsp:cNvSpPr/>
      </dsp:nvSpPr>
      <dsp:spPr>
        <a:xfrm>
          <a:off x="549864" y="95754"/>
          <a:ext cx="377314" cy="37731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079F105-AEE8-4797-AC31-A8105966CEF6}">
      <dsp:nvSpPr>
        <dsp:cNvPr id="0" name=""/>
        <dsp:cNvSpPr/>
      </dsp:nvSpPr>
      <dsp:spPr>
        <a:xfrm>
          <a:off x="0" y="540125"/>
          <a:ext cx="1478133" cy="1837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GB" sz="1800" kern="1200" dirty="0"/>
            <a:t>Review existing literature</a:t>
          </a:r>
          <a:endParaRPr lang="en-US" sz="1800" kern="1200" dirty="0"/>
        </a:p>
      </dsp:txBody>
      <dsp:txXfrm>
        <a:off x="0" y="540125"/>
        <a:ext cx="1478133" cy="183747"/>
      </dsp:txXfrm>
    </dsp:sp>
    <dsp:sp modelId="{844D2FAF-9EE0-495C-8351-4C0B9C0557D5}">
      <dsp:nvSpPr>
        <dsp:cNvPr id="0" name=""/>
        <dsp:cNvSpPr/>
      </dsp:nvSpPr>
      <dsp:spPr>
        <a:xfrm>
          <a:off x="1895065" y="95752"/>
          <a:ext cx="377314" cy="37731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9A50CE5-C8D5-4481-B728-415AD5F4F341}">
      <dsp:nvSpPr>
        <dsp:cNvPr id="0" name=""/>
        <dsp:cNvSpPr/>
      </dsp:nvSpPr>
      <dsp:spPr>
        <a:xfrm>
          <a:off x="1409953" y="623203"/>
          <a:ext cx="1409001" cy="1006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GB" sz="1800" kern="1200" dirty="0"/>
            <a:t>Investigate statistics</a:t>
          </a:r>
          <a:endParaRPr lang="en-US" sz="1800" kern="1200" dirty="0"/>
        </a:p>
      </dsp:txBody>
      <dsp:txXfrm>
        <a:off x="1409953" y="623203"/>
        <a:ext cx="1409001" cy="100667"/>
      </dsp:txXfrm>
    </dsp:sp>
    <dsp:sp modelId="{AD7A592E-A027-43EC-B59A-D1BD74A9E624}">
      <dsp:nvSpPr>
        <dsp:cNvPr id="0" name=""/>
        <dsp:cNvSpPr/>
      </dsp:nvSpPr>
      <dsp:spPr>
        <a:xfrm>
          <a:off x="3019787" y="128807"/>
          <a:ext cx="377314" cy="377314"/>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1F98494-C9BA-45F3-87F3-F398142ED6E1}">
      <dsp:nvSpPr>
        <dsp:cNvPr id="0" name=""/>
        <dsp:cNvSpPr/>
      </dsp:nvSpPr>
      <dsp:spPr>
        <a:xfrm>
          <a:off x="2749402" y="634590"/>
          <a:ext cx="989008" cy="4758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GB" sz="1800" kern="1200" dirty="0"/>
            <a:t>Process data</a:t>
          </a:r>
          <a:endParaRPr lang="en-US" sz="1800" kern="1200" dirty="0"/>
        </a:p>
      </dsp:txBody>
      <dsp:txXfrm>
        <a:off x="2749402" y="634590"/>
        <a:ext cx="989008" cy="475892"/>
      </dsp:txXfrm>
    </dsp:sp>
    <dsp:sp modelId="{CCF7470E-73C8-4FC1-AFFF-09FCA0654678}">
      <dsp:nvSpPr>
        <dsp:cNvPr id="0" name=""/>
        <dsp:cNvSpPr/>
      </dsp:nvSpPr>
      <dsp:spPr>
        <a:xfrm>
          <a:off x="4276369" y="131474"/>
          <a:ext cx="377314" cy="37731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57D04AA-2946-4232-8B7C-1184D0282C52}">
      <dsp:nvSpPr>
        <dsp:cNvPr id="0" name=""/>
        <dsp:cNvSpPr/>
      </dsp:nvSpPr>
      <dsp:spPr>
        <a:xfrm>
          <a:off x="3797858" y="640484"/>
          <a:ext cx="1537128" cy="238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GB" sz="1800" kern="1200" dirty="0"/>
            <a:t>Establish ML models </a:t>
          </a:r>
          <a:endParaRPr lang="en-US" sz="1800" kern="1200" dirty="0"/>
        </a:p>
      </dsp:txBody>
      <dsp:txXfrm>
        <a:off x="3797858" y="640484"/>
        <a:ext cx="1537128" cy="238246"/>
      </dsp:txXfrm>
    </dsp:sp>
    <dsp:sp modelId="{D13B74E5-7FD5-4CF2-89E5-AE6B6CBE23E6}">
      <dsp:nvSpPr>
        <dsp:cNvPr id="0" name=""/>
        <dsp:cNvSpPr/>
      </dsp:nvSpPr>
      <dsp:spPr>
        <a:xfrm>
          <a:off x="5670909" y="95754"/>
          <a:ext cx="377314" cy="377314"/>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BA41C9B-D328-4A9C-845B-62BC09A8AAC3}">
      <dsp:nvSpPr>
        <dsp:cNvPr id="0" name=""/>
        <dsp:cNvSpPr/>
      </dsp:nvSpPr>
      <dsp:spPr>
        <a:xfrm>
          <a:off x="5349577" y="627359"/>
          <a:ext cx="1065376" cy="1837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GB" sz="1800" kern="1200" dirty="0"/>
            <a:t>Assess models</a:t>
          </a:r>
          <a:endParaRPr lang="en-US" sz="1800" kern="1200" dirty="0"/>
        </a:p>
      </dsp:txBody>
      <dsp:txXfrm>
        <a:off x="5349577" y="627359"/>
        <a:ext cx="1065376" cy="183747"/>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Layou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DF9BA-26FD-479C-B026-AFE9DF8C6C7B}"/>
              </a:ext>
            </a:extLst>
          </p:cNvPr>
          <p:cNvSpPr>
            <a:spLocks noGrp="1"/>
          </p:cNvSpPr>
          <p:nvPr>
            <p:ph type="title"/>
          </p:nvPr>
        </p:nvSpPr>
        <p:spPr/>
        <p:txBody>
          <a:bodyPr/>
          <a:lstStyle>
            <a:lvl1pPr>
              <a:defRPr/>
            </a:lvl1pPr>
          </a:lstStyle>
          <a:p>
            <a:r>
              <a:rPr lang="en-US"/>
              <a:t>Click to edit Master title style</a:t>
            </a:r>
            <a:endParaRPr lang="en-GB" dirty="0"/>
          </a:p>
        </p:txBody>
      </p:sp>
      <p:sp>
        <p:nvSpPr>
          <p:cNvPr id="3" name="Date Placeholder 2">
            <a:extLst>
              <a:ext uri="{FF2B5EF4-FFF2-40B4-BE49-F238E27FC236}">
                <a16:creationId xmlns:a16="http://schemas.microsoft.com/office/drawing/2014/main" id="{C51165EB-82E2-4954-B97A-D4AF328F4AE9}"/>
              </a:ext>
            </a:extLst>
          </p:cNvPr>
          <p:cNvSpPr>
            <a:spLocks noGrp="1"/>
          </p:cNvSpPr>
          <p:nvPr>
            <p:ph type="dt" sz="half" idx="10"/>
          </p:nvPr>
        </p:nvSpPr>
        <p:spPr/>
        <p:txBody>
          <a:bodyPr/>
          <a:lstStyle/>
          <a:p>
            <a:fld id="{182230BD-888B-4299-A805-2BFBAB3CFA3E}" type="datetimeFigureOut">
              <a:rPr lang="en-GB" smtClean="0"/>
              <a:pPr/>
              <a:t>19/06/2023</a:t>
            </a:fld>
            <a:endParaRPr lang="en-GB"/>
          </a:p>
        </p:txBody>
      </p:sp>
      <p:sp>
        <p:nvSpPr>
          <p:cNvPr id="4" name="Footer Placeholder 3">
            <a:extLst>
              <a:ext uri="{FF2B5EF4-FFF2-40B4-BE49-F238E27FC236}">
                <a16:creationId xmlns:a16="http://schemas.microsoft.com/office/drawing/2014/main" id="{D7CA12C2-E8C1-441E-AFB0-FEA1E9C4523D}"/>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BAEE75B2-4E38-477D-BC60-D7396D7F4B74}"/>
              </a:ext>
            </a:extLst>
          </p:cNvPr>
          <p:cNvSpPr>
            <a:spLocks noGrp="1"/>
          </p:cNvSpPr>
          <p:nvPr>
            <p:ph type="sldNum" sz="quarter" idx="12"/>
          </p:nvPr>
        </p:nvSpPr>
        <p:spPr/>
        <p:txBody>
          <a:bodyPr/>
          <a:lstStyle/>
          <a:p>
            <a:fld id="{1BDE9691-CD4B-4531-8BC0-F86F57D73173}" type="slidenum">
              <a:rPr lang="en-GB" smtClean="0"/>
              <a:pPr/>
              <a:t>‹#›</a:t>
            </a:fld>
            <a:endParaRPr lang="en-GB"/>
          </a:p>
        </p:txBody>
      </p:sp>
      <p:sp>
        <p:nvSpPr>
          <p:cNvPr id="7" name="Content Placeholder 6">
            <a:extLst>
              <a:ext uri="{FF2B5EF4-FFF2-40B4-BE49-F238E27FC236}">
                <a16:creationId xmlns:a16="http://schemas.microsoft.com/office/drawing/2014/main" id="{504A869C-8EFD-4C48-82CC-EDE63734C2E6}"/>
              </a:ext>
            </a:extLst>
          </p:cNvPr>
          <p:cNvSpPr>
            <a:spLocks noGrp="1"/>
          </p:cNvSpPr>
          <p:nvPr>
            <p:ph sz="quarter" idx="13"/>
          </p:nvPr>
        </p:nvSpPr>
        <p:spPr>
          <a:xfrm>
            <a:off x="1269936" y="5275548"/>
            <a:ext cx="6550665" cy="93070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9" name="Text Placeholder 18">
            <a:extLst>
              <a:ext uri="{FF2B5EF4-FFF2-40B4-BE49-F238E27FC236}">
                <a16:creationId xmlns:a16="http://schemas.microsoft.com/office/drawing/2014/main" id="{851E74EA-CA57-4A63-B646-44F4554AD9EC}"/>
              </a:ext>
            </a:extLst>
          </p:cNvPr>
          <p:cNvSpPr>
            <a:spLocks noGrp="1"/>
          </p:cNvSpPr>
          <p:nvPr>
            <p:ph type="body" sz="quarter" idx="22"/>
          </p:nvPr>
        </p:nvSpPr>
        <p:spPr bwMode="white">
          <a:xfrm>
            <a:off x="8330186" y="3112982"/>
            <a:ext cx="20672657" cy="655983"/>
          </a:xfrm>
        </p:spPr>
        <p:txBody>
          <a:bodyPr anchor="b"/>
          <a:lstStyle>
            <a:lvl1pPr>
              <a:defRPr sz="3200">
                <a:solidFill>
                  <a:schemeClr val="bg1"/>
                </a:solidFill>
              </a:defRPr>
            </a:lvl1pPr>
          </a:lstStyle>
          <a:p>
            <a:pPr lvl="0"/>
            <a:r>
              <a:rPr lang="en-US"/>
              <a:t>Click to edit Master text styles</a:t>
            </a:r>
          </a:p>
        </p:txBody>
      </p:sp>
      <p:sp>
        <p:nvSpPr>
          <p:cNvPr id="18" name="Content Placeholder 6">
            <a:extLst>
              <a:ext uri="{FF2B5EF4-FFF2-40B4-BE49-F238E27FC236}">
                <a16:creationId xmlns:a16="http://schemas.microsoft.com/office/drawing/2014/main" id="{42D53E03-99CE-4CB1-8C6C-84FDD787CBC1}"/>
              </a:ext>
            </a:extLst>
          </p:cNvPr>
          <p:cNvSpPr>
            <a:spLocks noGrp="1"/>
          </p:cNvSpPr>
          <p:nvPr>
            <p:ph sz="quarter" idx="23"/>
          </p:nvPr>
        </p:nvSpPr>
        <p:spPr>
          <a:xfrm>
            <a:off x="8330372" y="5275548"/>
            <a:ext cx="6550665" cy="143162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0" name="Content Placeholder 6">
            <a:extLst>
              <a:ext uri="{FF2B5EF4-FFF2-40B4-BE49-F238E27FC236}">
                <a16:creationId xmlns:a16="http://schemas.microsoft.com/office/drawing/2014/main" id="{A1445F14-A87F-4C00-BEF3-A64AA6509AF1}"/>
              </a:ext>
            </a:extLst>
          </p:cNvPr>
          <p:cNvSpPr>
            <a:spLocks noGrp="1"/>
          </p:cNvSpPr>
          <p:nvPr>
            <p:ph sz="quarter" idx="24"/>
          </p:nvPr>
        </p:nvSpPr>
        <p:spPr>
          <a:xfrm>
            <a:off x="22454613" y="5275549"/>
            <a:ext cx="6550665" cy="125362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1" name="Picture Placeholder 10">
            <a:extLst>
              <a:ext uri="{FF2B5EF4-FFF2-40B4-BE49-F238E27FC236}">
                <a16:creationId xmlns:a16="http://schemas.microsoft.com/office/drawing/2014/main" id="{FB8C6BE7-DB26-4FA7-A12C-5FA61960475A}"/>
              </a:ext>
            </a:extLst>
          </p:cNvPr>
          <p:cNvSpPr>
            <a:spLocks noGrp="1"/>
          </p:cNvSpPr>
          <p:nvPr>
            <p:ph type="pic" sz="quarter" idx="16"/>
          </p:nvPr>
        </p:nvSpPr>
        <p:spPr>
          <a:xfrm>
            <a:off x="15391930" y="5275547"/>
            <a:ext cx="6551603" cy="4988795"/>
          </a:xfrm>
          <a:solidFill>
            <a:schemeClr val="bg1">
              <a:lumMod val="85000"/>
            </a:schemeClr>
          </a:solidFill>
        </p:spPr>
        <p:txBody>
          <a:bodyPr/>
          <a:lstStyle/>
          <a:p>
            <a:r>
              <a:rPr lang="en-US"/>
              <a:t>Click icon to add picture</a:t>
            </a:r>
            <a:endParaRPr lang="en-GB" dirty="0"/>
          </a:p>
        </p:txBody>
      </p:sp>
      <p:sp>
        <p:nvSpPr>
          <p:cNvPr id="10" name="Text Placeholder 9">
            <a:extLst>
              <a:ext uri="{FF2B5EF4-FFF2-40B4-BE49-F238E27FC236}">
                <a16:creationId xmlns:a16="http://schemas.microsoft.com/office/drawing/2014/main" id="{F8B7047C-E289-4D61-8A08-7A1CF0668154}"/>
              </a:ext>
            </a:extLst>
          </p:cNvPr>
          <p:cNvSpPr>
            <a:spLocks noGrp="1"/>
          </p:cNvSpPr>
          <p:nvPr>
            <p:ph type="body" sz="quarter" idx="25"/>
          </p:nvPr>
        </p:nvSpPr>
        <p:spPr>
          <a:xfrm>
            <a:off x="15391930" y="10554163"/>
            <a:ext cx="6551789" cy="747737"/>
          </a:xfrm>
        </p:spPr>
        <p:txBody>
          <a:bodyPr/>
          <a:lstStyle>
            <a:lvl1pPr>
              <a:spcAft>
                <a:spcPts val="0"/>
              </a:spcAft>
              <a:defRPr sz="1271" i="1"/>
            </a:lvl1pPr>
          </a:lstStyle>
          <a:p>
            <a:pPr lvl="0"/>
            <a:r>
              <a:rPr lang="en-US"/>
              <a:t>Click to edit Master text styles</a:t>
            </a:r>
          </a:p>
        </p:txBody>
      </p:sp>
      <p:sp>
        <p:nvSpPr>
          <p:cNvPr id="22" name="Picture Placeholder 10">
            <a:extLst>
              <a:ext uri="{FF2B5EF4-FFF2-40B4-BE49-F238E27FC236}">
                <a16:creationId xmlns:a16="http://schemas.microsoft.com/office/drawing/2014/main" id="{C748A827-70C6-4F56-8779-0A251D21A5FC}"/>
              </a:ext>
            </a:extLst>
          </p:cNvPr>
          <p:cNvSpPr>
            <a:spLocks noGrp="1"/>
          </p:cNvSpPr>
          <p:nvPr>
            <p:ph type="pic" sz="quarter" idx="26"/>
          </p:nvPr>
        </p:nvSpPr>
        <p:spPr>
          <a:xfrm>
            <a:off x="15390807" y="11785455"/>
            <a:ext cx="6551603" cy="4988795"/>
          </a:xfrm>
          <a:solidFill>
            <a:schemeClr val="bg1">
              <a:lumMod val="85000"/>
            </a:schemeClr>
          </a:solidFill>
        </p:spPr>
        <p:txBody>
          <a:bodyPr/>
          <a:lstStyle/>
          <a:p>
            <a:r>
              <a:rPr lang="en-US"/>
              <a:t>Click icon to add picture</a:t>
            </a:r>
            <a:endParaRPr lang="en-GB" dirty="0"/>
          </a:p>
        </p:txBody>
      </p:sp>
      <p:sp>
        <p:nvSpPr>
          <p:cNvPr id="23" name="Text Placeholder 9">
            <a:extLst>
              <a:ext uri="{FF2B5EF4-FFF2-40B4-BE49-F238E27FC236}">
                <a16:creationId xmlns:a16="http://schemas.microsoft.com/office/drawing/2014/main" id="{61B560A8-462D-47FE-B413-F4ADDBF3895C}"/>
              </a:ext>
            </a:extLst>
          </p:cNvPr>
          <p:cNvSpPr>
            <a:spLocks noGrp="1"/>
          </p:cNvSpPr>
          <p:nvPr>
            <p:ph type="body" sz="quarter" idx="27"/>
          </p:nvPr>
        </p:nvSpPr>
        <p:spPr>
          <a:xfrm>
            <a:off x="15390621" y="17064072"/>
            <a:ext cx="6551789" cy="747737"/>
          </a:xfrm>
        </p:spPr>
        <p:txBody>
          <a:bodyPr/>
          <a:lstStyle>
            <a:lvl1pPr>
              <a:spcAft>
                <a:spcPts val="0"/>
              </a:spcAft>
              <a:defRPr sz="1271" i="1"/>
            </a:lvl1pPr>
          </a:lstStyle>
          <a:p>
            <a:pPr lvl="0"/>
            <a:r>
              <a:rPr lang="en-US"/>
              <a:t>Click to edit Master text styles</a:t>
            </a:r>
          </a:p>
        </p:txBody>
      </p:sp>
      <p:sp>
        <p:nvSpPr>
          <p:cNvPr id="24" name="Picture Placeholder 10">
            <a:extLst>
              <a:ext uri="{FF2B5EF4-FFF2-40B4-BE49-F238E27FC236}">
                <a16:creationId xmlns:a16="http://schemas.microsoft.com/office/drawing/2014/main" id="{18BE30EE-F80B-41DE-AC84-577060945416}"/>
              </a:ext>
            </a:extLst>
          </p:cNvPr>
          <p:cNvSpPr>
            <a:spLocks noGrp="1"/>
          </p:cNvSpPr>
          <p:nvPr>
            <p:ph type="pic" sz="quarter" idx="28" hasCustomPrompt="1"/>
          </p:nvPr>
        </p:nvSpPr>
        <p:spPr>
          <a:xfrm>
            <a:off x="22454612" y="17947001"/>
            <a:ext cx="3165038" cy="1645133"/>
          </a:xfrm>
          <a:solidFill>
            <a:schemeClr val="bg1">
              <a:lumMod val="85000"/>
            </a:schemeClr>
          </a:solidFill>
        </p:spPr>
        <p:txBody>
          <a:bodyPr/>
          <a:lstStyle/>
          <a:p>
            <a:r>
              <a:rPr lang="en-GB" dirty="0"/>
              <a:t>Click icon to add a supporter or partner logo</a:t>
            </a:r>
          </a:p>
        </p:txBody>
      </p:sp>
      <p:sp>
        <p:nvSpPr>
          <p:cNvPr id="25" name="Picture Placeholder 10">
            <a:extLst>
              <a:ext uri="{FF2B5EF4-FFF2-40B4-BE49-F238E27FC236}">
                <a16:creationId xmlns:a16="http://schemas.microsoft.com/office/drawing/2014/main" id="{542B409E-86EB-4F38-BDD5-738D1D6B1073}"/>
              </a:ext>
            </a:extLst>
          </p:cNvPr>
          <p:cNvSpPr>
            <a:spLocks noGrp="1"/>
          </p:cNvSpPr>
          <p:nvPr>
            <p:ph type="pic" sz="quarter" idx="29" hasCustomPrompt="1"/>
          </p:nvPr>
        </p:nvSpPr>
        <p:spPr>
          <a:xfrm>
            <a:off x="25837994" y="17946712"/>
            <a:ext cx="3165038" cy="1645133"/>
          </a:xfrm>
          <a:solidFill>
            <a:schemeClr val="bg1">
              <a:lumMod val="85000"/>
            </a:schemeClr>
          </a:solidFill>
        </p:spPr>
        <p:txBody>
          <a:bodyPr/>
          <a:lstStyle/>
          <a:p>
            <a:r>
              <a:rPr lang="en-GB" dirty="0"/>
              <a:t>Click icon to add a supporter or partner logo</a:t>
            </a:r>
          </a:p>
        </p:txBody>
      </p:sp>
      <p:sp>
        <p:nvSpPr>
          <p:cNvPr id="26" name="Picture Placeholder 10">
            <a:extLst>
              <a:ext uri="{FF2B5EF4-FFF2-40B4-BE49-F238E27FC236}">
                <a16:creationId xmlns:a16="http://schemas.microsoft.com/office/drawing/2014/main" id="{0735B4B8-881C-4F65-A21B-DCD0CE40E1CA}"/>
              </a:ext>
            </a:extLst>
          </p:cNvPr>
          <p:cNvSpPr>
            <a:spLocks noGrp="1"/>
          </p:cNvSpPr>
          <p:nvPr>
            <p:ph type="pic" sz="quarter" idx="30"/>
          </p:nvPr>
        </p:nvSpPr>
        <p:spPr>
          <a:xfrm>
            <a:off x="1269935" y="14836706"/>
            <a:ext cx="6551603" cy="4754865"/>
          </a:xfrm>
          <a:solidFill>
            <a:schemeClr val="bg1">
              <a:lumMod val="85000"/>
            </a:schemeClr>
          </a:solidFill>
        </p:spPr>
        <p:txBody>
          <a:bodyPr/>
          <a:lstStyle/>
          <a:p>
            <a:r>
              <a:rPr lang="en-US"/>
              <a:t>Click icon to add picture</a:t>
            </a:r>
            <a:endParaRPr lang="en-GB" dirty="0"/>
          </a:p>
        </p:txBody>
      </p:sp>
    </p:spTree>
    <p:extLst>
      <p:ext uri="{BB962C8B-B14F-4D97-AF65-F5344CB8AC3E}">
        <p14:creationId xmlns:p14="http://schemas.microsoft.com/office/powerpoint/2010/main" val="21216219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Layou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DF9BA-26FD-479C-B026-AFE9DF8C6C7B}"/>
              </a:ext>
            </a:extLst>
          </p:cNvPr>
          <p:cNvSpPr>
            <a:spLocks noGrp="1"/>
          </p:cNvSpPr>
          <p:nvPr>
            <p:ph type="title"/>
          </p:nvPr>
        </p:nvSpPr>
        <p:spPr/>
        <p:txBody>
          <a:bodyPr/>
          <a:lstStyle>
            <a:lvl1pPr>
              <a:defRPr/>
            </a:lvl1pPr>
          </a:lstStyle>
          <a:p>
            <a:r>
              <a:rPr lang="en-US"/>
              <a:t>Click to edit Master title style</a:t>
            </a:r>
            <a:endParaRPr lang="en-GB" dirty="0"/>
          </a:p>
        </p:txBody>
      </p:sp>
      <p:sp>
        <p:nvSpPr>
          <p:cNvPr id="3" name="Date Placeholder 2">
            <a:extLst>
              <a:ext uri="{FF2B5EF4-FFF2-40B4-BE49-F238E27FC236}">
                <a16:creationId xmlns:a16="http://schemas.microsoft.com/office/drawing/2014/main" id="{C51165EB-82E2-4954-B97A-D4AF328F4AE9}"/>
              </a:ext>
            </a:extLst>
          </p:cNvPr>
          <p:cNvSpPr>
            <a:spLocks noGrp="1"/>
          </p:cNvSpPr>
          <p:nvPr>
            <p:ph type="dt" sz="half" idx="10"/>
          </p:nvPr>
        </p:nvSpPr>
        <p:spPr/>
        <p:txBody>
          <a:bodyPr/>
          <a:lstStyle/>
          <a:p>
            <a:fld id="{182230BD-888B-4299-A805-2BFBAB3CFA3E}" type="datetimeFigureOut">
              <a:rPr lang="en-GB" smtClean="0"/>
              <a:pPr/>
              <a:t>19/06/2023</a:t>
            </a:fld>
            <a:endParaRPr lang="en-GB"/>
          </a:p>
        </p:txBody>
      </p:sp>
      <p:sp>
        <p:nvSpPr>
          <p:cNvPr id="4" name="Footer Placeholder 3">
            <a:extLst>
              <a:ext uri="{FF2B5EF4-FFF2-40B4-BE49-F238E27FC236}">
                <a16:creationId xmlns:a16="http://schemas.microsoft.com/office/drawing/2014/main" id="{D7CA12C2-E8C1-441E-AFB0-FEA1E9C4523D}"/>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BAEE75B2-4E38-477D-BC60-D7396D7F4B74}"/>
              </a:ext>
            </a:extLst>
          </p:cNvPr>
          <p:cNvSpPr>
            <a:spLocks noGrp="1"/>
          </p:cNvSpPr>
          <p:nvPr>
            <p:ph type="sldNum" sz="quarter" idx="12"/>
          </p:nvPr>
        </p:nvSpPr>
        <p:spPr/>
        <p:txBody>
          <a:bodyPr/>
          <a:lstStyle/>
          <a:p>
            <a:fld id="{1BDE9691-CD4B-4531-8BC0-F86F57D73173}" type="slidenum">
              <a:rPr lang="en-GB" smtClean="0"/>
              <a:pPr/>
              <a:t>‹#›</a:t>
            </a:fld>
            <a:endParaRPr lang="en-GB"/>
          </a:p>
        </p:txBody>
      </p:sp>
      <p:sp>
        <p:nvSpPr>
          <p:cNvPr id="7" name="Content Placeholder 6">
            <a:extLst>
              <a:ext uri="{FF2B5EF4-FFF2-40B4-BE49-F238E27FC236}">
                <a16:creationId xmlns:a16="http://schemas.microsoft.com/office/drawing/2014/main" id="{504A869C-8EFD-4C48-82CC-EDE63734C2E6}"/>
              </a:ext>
            </a:extLst>
          </p:cNvPr>
          <p:cNvSpPr>
            <a:spLocks noGrp="1"/>
          </p:cNvSpPr>
          <p:nvPr>
            <p:ph sz="quarter" idx="13"/>
          </p:nvPr>
        </p:nvSpPr>
        <p:spPr>
          <a:xfrm>
            <a:off x="1269936" y="5275548"/>
            <a:ext cx="6550665" cy="143162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9" name="Text Placeholder 18">
            <a:extLst>
              <a:ext uri="{FF2B5EF4-FFF2-40B4-BE49-F238E27FC236}">
                <a16:creationId xmlns:a16="http://schemas.microsoft.com/office/drawing/2014/main" id="{851E74EA-CA57-4A63-B646-44F4554AD9EC}"/>
              </a:ext>
            </a:extLst>
          </p:cNvPr>
          <p:cNvSpPr>
            <a:spLocks noGrp="1"/>
          </p:cNvSpPr>
          <p:nvPr>
            <p:ph type="body" sz="quarter" idx="22"/>
          </p:nvPr>
        </p:nvSpPr>
        <p:spPr bwMode="white">
          <a:xfrm>
            <a:off x="8330375" y="3112982"/>
            <a:ext cx="20672657" cy="655983"/>
          </a:xfrm>
        </p:spPr>
        <p:txBody>
          <a:bodyPr anchor="b"/>
          <a:lstStyle>
            <a:lvl1pPr>
              <a:defRPr sz="3200">
                <a:solidFill>
                  <a:schemeClr val="bg1"/>
                </a:solidFill>
              </a:defRPr>
            </a:lvl1pPr>
          </a:lstStyle>
          <a:p>
            <a:pPr lvl="0"/>
            <a:r>
              <a:rPr lang="en-US"/>
              <a:t>Click to edit Master text styles</a:t>
            </a:r>
          </a:p>
        </p:txBody>
      </p:sp>
      <p:sp>
        <p:nvSpPr>
          <p:cNvPr id="18" name="Content Placeholder 6">
            <a:extLst>
              <a:ext uri="{FF2B5EF4-FFF2-40B4-BE49-F238E27FC236}">
                <a16:creationId xmlns:a16="http://schemas.microsoft.com/office/drawing/2014/main" id="{42D53E03-99CE-4CB1-8C6C-84FDD787CBC1}"/>
              </a:ext>
            </a:extLst>
          </p:cNvPr>
          <p:cNvSpPr>
            <a:spLocks noGrp="1"/>
          </p:cNvSpPr>
          <p:nvPr>
            <p:ph sz="quarter" idx="23"/>
          </p:nvPr>
        </p:nvSpPr>
        <p:spPr>
          <a:xfrm>
            <a:off x="8330372" y="5275548"/>
            <a:ext cx="6550665" cy="852520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0" name="Content Placeholder 6">
            <a:extLst>
              <a:ext uri="{FF2B5EF4-FFF2-40B4-BE49-F238E27FC236}">
                <a16:creationId xmlns:a16="http://schemas.microsoft.com/office/drawing/2014/main" id="{A1445F14-A87F-4C00-BEF3-A64AA6509AF1}"/>
              </a:ext>
            </a:extLst>
          </p:cNvPr>
          <p:cNvSpPr>
            <a:spLocks noGrp="1"/>
          </p:cNvSpPr>
          <p:nvPr>
            <p:ph sz="quarter" idx="24"/>
          </p:nvPr>
        </p:nvSpPr>
        <p:spPr>
          <a:xfrm>
            <a:off x="22454613" y="5275549"/>
            <a:ext cx="6550665" cy="125362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1" name="Picture Placeholder 10">
            <a:extLst>
              <a:ext uri="{FF2B5EF4-FFF2-40B4-BE49-F238E27FC236}">
                <a16:creationId xmlns:a16="http://schemas.microsoft.com/office/drawing/2014/main" id="{FB8C6BE7-DB26-4FA7-A12C-5FA61960475A}"/>
              </a:ext>
            </a:extLst>
          </p:cNvPr>
          <p:cNvSpPr>
            <a:spLocks noGrp="1"/>
          </p:cNvSpPr>
          <p:nvPr>
            <p:ph type="pic" sz="quarter" idx="16"/>
          </p:nvPr>
        </p:nvSpPr>
        <p:spPr>
          <a:xfrm>
            <a:off x="15391930" y="5275547"/>
            <a:ext cx="6551603" cy="6972107"/>
          </a:xfrm>
          <a:solidFill>
            <a:schemeClr val="bg1">
              <a:lumMod val="85000"/>
            </a:schemeClr>
          </a:solidFill>
        </p:spPr>
        <p:txBody>
          <a:bodyPr/>
          <a:lstStyle/>
          <a:p>
            <a:r>
              <a:rPr lang="en-US"/>
              <a:t>Click icon to add picture</a:t>
            </a:r>
            <a:endParaRPr lang="en-GB" dirty="0"/>
          </a:p>
        </p:txBody>
      </p:sp>
      <p:sp>
        <p:nvSpPr>
          <p:cNvPr id="10" name="Text Placeholder 9">
            <a:extLst>
              <a:ext uri="{FF2B5EF4-FFF2-40B4-BE49-F238E27FC236}">
                <a16:creationId xmlns:a16="http://schemas.microsoft.com/office/drawing/2014/main" id="{F8B7047C-E289-4D61-8A08-7A1CF0668154}"/>
              </a:ext>
            </a:extLst>
          </p:cNvPr>
          <p:cNvSpPr>
            <a:spLocks noGrp="1"/>
          </p:cNvSpPr>
          <p:nvPr>
            <p:ph type="body" sz="quarter" idx="25"/>
          </p:nvPr>
        </p:nvSpPr>
        <p:spPr>
          <a:xfrm>
            <a:off x="15391930" y="12535554"/>
            <a:ext cx="6551789" cy="1265198"/>
          </a:xfrm>
        </p:spPr>
        <p:txBody>
          <a:bodyPr/>
          <a:lstStyle>
            <a:lvl1pPr>
              <a:spcAft>
                <a:spcPts val="0"/>
              </a:spcAft>
              <a:defRPr sz="1271" i="1"/>
            </a:lvl1pPr>
          </a:lstStyle>
          <a:p>
            <a:pPr lvl="0"/>
            <a:r>
              <a:rPr lang="en-US"/>
              <a:t>Click to edit Master text styles</a:t>
            </a:r>
          </a:p>
        </p:txBody>
      </p:sp>
      <p:sp>
        <p:nvSpPr>
          <p:cNvPr id="22" name="Picture Placeholder 10">
            <a:extLst>
              <a:ext uri="{FF2B5EF4-FFF2-40B4-BE49-F238E27FC236}">
                <a16:creationId xmlns:a16="http://schemas.microsoft.com/office/drawing/2014/main" id="{C748A827-70C6-4F56-8779-0A251D21A5FC}"/>
              </a:ext>
            </a:extLst>
          </p:cNvPr>
          <p:cNvSpPr>
            <a:spLocks noGrp="1"/>
          </p:cNvSpPr>
          <p:nvPr>
            <p:ph type="pic" sz="quarter" idx="26"/>
          </p:nvPr>
        </p:nvSpPr>
        <p:spPr>
          <a:xfrm>
            <a:off x="8326815" y="13946758"/>
            <a:ext cx="13615594" cy="4818433"/>
          </a:xfrm>
          <a:solidFill>
            <a:schemeClr val="bg1">
              <a:lumMod val="85000"/>
            </a:schemeClr>
          </a:solidFill>
        </p:spPr>
        <p:txBody>
          <a:bodyPr/>
          <a:lstStyle/>
          <a:p>
            <a:r>
              <a:rPr lang="en-US"/>
              <a:t>Click icon to add picture</a:t>
            </a:r>
            <a:endParaRPr lang="en-GB" dirty="0"/>
          </a:p>
        </p:txBody>
      </p:sp>
      <p:sp>
        <p:nvSpPr>
          <p:cNvPr id="23" name="Text Placeholder 9">
            <a:extLst>
              <a:ext uri="{FF2B5EF4-FFF2-40B4-BE49-F238E27FC236}">
                <a16:creationId xmlns:a16="http://schemas.microsoft.com/office/drawing/2014/main" id="{61B560A8-462D-47FE-B413-F4ADDBF3895C}"/>
              </a:ext>
            </a:extLst>
          </p:cNvPr>
          <p:cNvSpPr>
            <a:spLocks noGrp="1"/>
          </p:cNvSpPr>
          <p:nvPr>
            <p:ph type="body" sz="quarter" idx="27"/>
          </p:nvPr>
        </p:nvSpPr>
        <p:spPr>
          <a:xfrm>
            <a:off x="8326815" y="19070316"/>
            <a:ext cx="13615594" cy="521529"/>
          </a:xfrm>
        </p:spPr>
        <p:txBody>
          <a:bodyPr/>
          <a:lstStyle>
            <a:lvl1pPr>
              <a:spcAft>
                <a:spcPts val="0"/>
              </a:spcAft>
              <a:defRPr sz="1271" i="1"/>
            </a:lvl1pPr>
          </a:lstStyle>
          <a:p>
            <a:pPr lvl="0"/>
            <a:r>
              <a:rPr lang="en-US"/>
              <a:t>Click to edit Master text styles</a:t>
            </a:r>
          </a:p>
        </p:txBody>
      </p:sp>
      <p:sp>
        <p:nvSpPr>
          <p:cNvPr id="24" name="Picture Placeholder 10">
            <a:extLst>
              <a:ext uri="{FF2B5EF4-FFF2-40B4-BE49-F238E27FC236}">
                <a16:creationId xmlns:a16="http://schemas.microsoft.com/office/drawing/2014/main" id="{18BE30EE-F80B-41DE-AC84-577060945416}"/>
              </a:ext>
            </a:extLst>
          </p:cNvPr>
          <p:cNvSpPr>
            <a:spLocks noGrp="1"/>
          </p:cNvSpPr>
          <p:nvPr>
            <p:ph type="pic" sz="quarter" idx="28" hasCustomPrompt="1"/>
          </p:nvPr>
        </p:nvSpPr>
        <p:spPr>
          <a:xfrm>
            <a:off x="22454612" y="17947001"/>
            <a:ext cx="3165038" cy="1645133"/>
          </a:xfrm>
          <a:solidFill>
            <a:schemeClr val="bg1">
              <a:lumMod val="85000"/>
            </a:schemeClr>
          </a:solidFill>
        </p:spPr>
        <p:txBody>
          <a:bodyPr/>
          <a:lstStyle/>
          <a:p>
            <a:r>
              <a:rPr lang="en-GB" dirty="0"/>
              <a:t>Click icon to add a supporter or partner logo</a:t>
            </a:r>
          </a:p>
        </p:txBody>
      </p:sp>
      <p:sp>
        <p:nvSpPr>
          <p:cNvPr id="25" name="Picture Placeholder 10">
            <a:extLst>
              <a:ext uri="{FF2B5EF4-FFF2-40B4-BE49-F238E27FC236}">
                <a16:creationId xmlns:a16="http://schemas.microsoft.com/office/drawing/2014/main" id="{542B409E-86EB-4F38-BDD5-738D1D6B1073}"/>
              </a:ext>
            </a:extLst>
          </p:cNvPr>
          <p:cNvSpPr>
            <a:spLocks noGrp="1"/>
          </p:cNvSpPr>
          <p:nvPr>
            <p:ph type="pic" sz="quarter" idx="29" hasCustomPrompt="1"/>
          </p:nvPr>
        </p:nvSpPr>
        <p:spPr>
          <a:xfrm>
            <a:off x="25837994" y="17946712"/>
            <a:ext cx="3165038" cy="1645133"/>
          </a:xfrm>
          <a:solidFill>
            <a:schemeClr val="bg1">
              <a:lumMod val="85000"/>
            </a:schemeClr>
          </a:solidFill>
        </p:spPr>
        <p:txBody>
          <a:bodyPr/>
          <a:lstStyle/>
          <a:p>
            <a:r>
              <a:rPr lang="en-GB" dirty="0"/>
              <a:t>Click icon to add a supporter or partner logo</a:t>
            </a:r>
          </a:p>
        </p:txBody>
      </p:sp>
    </p:spTree>
    <p:extLst>
      <p:ext uri="{BB962C8B-B14F-4D97-AF65-F5344CB8AC3E}">
        <p14:creationId xmlns:p14="http://schemas.microsoft.com/office/powerpoint/2010/main" val="353343096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9B5386F-C287-4200-98AF-191DCC08B3DB}"/>
              </a:ext>
            </a:extLst>
          </p:cNvPr>
          <p:cNvSpPr/>
          <p:nvPr userDrawn="1"/>
        </p:nvSpPr>
        <p:spPr>
          <a:xfrm>
            <a:off x="1" y="-1"/>
            <a:ext cx="30275213" cy="4487881"/>
          </a:xfrm>
          <a:prstGeom prst="rect">
            <a:avLst/>
          </a:prstGeom>
          <a:gradFill>
            <a:gsLst>
              <a:gs pos="0">
                <a:schemeClr val="accent1"/>
              </a:gs>
              <a:gs pos="100000">
                <a:schemeClr val="accent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798"/>
          </a:p>
        </p:txBody>
      </p:sp>
      <p:sp>
        <p:nvSpPr>
          <p:cNvPr id="2" name="Title Placeholder 1"/>
          <p:cNvSpPr>
            <a:spLocks noGrp="1"/>
          </p:cNvSpPr>
          <p:nvPr>
            <p:ph type="title"/>
          </p:nvPr>
        </p:nvSpPr>
        <p:spPr bwMode="white">
          <a:xfrm>
            <a:off x="8330375" y="1271355"/>
            <a:ext cx="20672657" cy="1841627"/>
          </a:xfrm>
          <a:prstGeom prst="rect">
            <a:avLst/>
          </a:prstGeom>
        </p:spPr>
        <p:txBody>
          <a:bodyPr vert="horz" lIns="0" tIns="0" rIns="0" bIns="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269936" y="5275548"/>
            <a:ext cx="27733096" cy="1431629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1181419" y="20554326"/>
            <a:ext cx="6811923" cy="460062"/>
          </a:xfrm>
          <a:prstGeom prst="rect">
            <a:avLst/>
          </a:prstGeom>
        </p:spPr>
        <p:txBody>
          <a:bodyPr vert="horz" lIns="0" tIns="0" rIns="0" bIns="0" rtlCol="0" anchor="b">
            <a:noAutofit/>
          </a:bodyPr>
          <a:lstStyle>
            <a:lvl1pPr algn="r">
              <a:defRPr sz="2800">
                <a:solidFill>
                  <a:schemeClr val="tx1"/>
                </a:solidFill>
              </a:defRPr>
            </a:lvl1pPr>
          </a:lstStyle>
          <a:p>
            <a:fld id="{182230BD-888B-4299-A805-2BFBAB3CFA3E}" type="datetimeFigureOut">
              <a:rPr lang="en-GB" smtClean="0"/>
              <a:pPr/>
              <a:t>19/06/2023</a:t>
            </a:fld>
            <a:endParaRPr lang="en-GB"/>
          </a:p>
        </p:txBody>
      </p:sp>
      <p:sp>
        <p:nvSpPr>
          <p:cNvPr id="5" name="Footer Placeholder 4"/>
          <p:cNvSpPr>
            <a:spLocks noGrp="1"/>
          </p:cNvSpPr>
          <p:nvPr>
            <p:ph type="ftr" sz="quarter" idx="3"/>
          </p:nvPr>
        </p:nvSpPr>
        <p:spPr>
          <a:xfrm>
            <a:off x="1269936" y="20554326"/>
            <a:ext cx="17550037" cy="460033"/>
          </a:xfrm>
          <a:prstGeom prst="rect">
            <a:avLst/>
          </a:prstGeom>
        </p:spPr>
        <p:txBody>
          <a:bodyPr vert="horz" lIns="0" tIns="0" rIns="0" bIns="0" rtlCol="0" anchor="b">
            <a:noAutofit/>
          </a:bodyPr>
          <a:lstStyle>
            <a:lvl1pPr algn="l">
              <a:defRPr sz="2800">
                <a:solidFill>
                  <a:schemeClr val="tx1"/>
                </a:solidFill>
              </a:defRPr>
            </a:lvl1pPr>
          </a:lstStyle>
          <a:p>
            <a:endParaRPr lang="en-GB" dirty="0"/>
          </a:p>
        </p:txBody>
      </p:sp>
      <p:sp>
        <p:nvSpPr>
          <p:cNvPr id="6" name="Slide Number Placeholder 5"/>
          <p:cNvSpPr>
            <a:spLocks noGrp="1"/>
          </p:cNvSpPr>
          <p:nvPr>
            <p:ph type="sldNum" sz="quarter" idx="4"/>
          </p:nvPr>
        </p:nvSpPr>
        <p:spPr>
          <a:xfrm>
            <a:off x="27993342" y="20554326"/>
            <a:ext cx="1009690" cy="460035"/>
          </a:xfrm>
          <a:prstGeom prst="rect">
            <a:avLst/>
          </a:prstGeom>
        </p:spPr>
        <p:txBody>
          <a:bodyPr vert="horz" lIns="0" tIns="0" rIns="0" bIns="0" rtlCol="0" anchor="b">
            <a:noAutofit/>
          </a:bodyPr>
          <a:lstStyle>
            <a:lvl1pPr algn="r">
              <a:defRPr sz="2800">
                <a:solidFill>
                  <a:schemeClr val="tx1"/>
                </a:solidFill>
              </a:defRPr>
            </a:lvl1pPr>
          </a:lstStyle>
          <a:p>
            <a:fld id="{1BDE9691-CD4B-4531-8BC0-F86F57D73173}" type="slidenum">
              <a:rPr lang="en-GB" smtClean="0"/>
              <a:pPr/>
              <a:t>‹#›</a:t>
            </a:fld>
            <a:endParaRPr lang="en-GB"/>
          </a:p>
        </p:txBody>
      </p:sp>
      <p:cxnSp>
        <p:nvCxnSpPr>
          <p:cNvPr id="9" name="Straight Connector 8">
            <a:extLst>
              <a:ext uri="{FF2B5EF4-FFF2-40B4-BE49-F238E27FC236}">
                <a16:creationId xmlns:a16="http://schemas.microsoft.com/office/drawing/2014/main" id="{AB24C527-D516-4CBB-92B1-B9794E647B65}"/>
              </a:ext>
            </a:extLst>
          </p:cNvPr>
          <p:cNvCxnSpPr/>
          <p:nvPr userDrawn="1"/>
        </p:nvCxnSpPr>
        <p:spPr>
          <a:xfrm>
            <a:off x="7820601" y="1271355"/>
            <a:ext cx="0" cy="2403855"/>
          </a:xfrm>
          <a:prstGeom prst="line">
            <a:avLst/>
          </a:prstGeom>
          <a:ln w="508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7EEE7D37-FFCA-4CFA-8A9A-2CD589E3F002}"/>
              </a:ext>
            </a:extLst>
          </p:cNvPr>
          <p:cNvSpPr/>
          <p:nvPr userDrawn="1"/>
        </p:nvSpPr>
        <p:spPr>
          <a:xfrm>
            <a:off x="1" y="20259704"/>
            <a:ext cx="30275213" cy="1798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311" tIns="45656" rIns="91311" bIns="45656" numCol="1" spcCol="0" rtlCol="0" fromWordArt="0" anchor="ctr" anchorCtr="0" forceAA="0" compatLnSpc="1">
            <a:prstTxWarp prst="textNoShape">
              <a:avLst/>
            </a:prstTxWarp>
            <a:noAutofit/>
          </a:bodyPr>
          <a:lstStyle/>
          <a:p>
            <a:pPr algn="ctr"/>
            <a:endParaRPr lang="en-GB" sz="1798"/>
          </a:p>
        </p:txBody>
      </p:sp>
      <p:cxnSp>
        <p:nvCxnSpPr>
          <p:cNvPr id="12" name="Straight Connector 11">
            <a:extLst>
              <a:ext uri="{FF2B5EF4-FFF2-40B4-BE49-F238E27FC236}">
                <a16:creationId xmlns:a16="http://schemas.microsoft.com/office/drawing/2014/main" id="{07DC92B0-56CF-4DC3-AD57-37D31C4DC418}"/>
              </a:ext>
            </a:extLst>
          </p:cNvPr>
          <p:cNvCxnSpPr/>
          <p:nvPr userDrawn="1"/>
        </p:nvCxnSpPr>
        <p:spPr>
          <a:xfrm>
            <a:off x="1" y="20439550"/>
            <a:ext cx="30275213" cy="0"/>
          </a:xfrm>
          <a:prstGeom prst="line">
            <a:avLst/>
          </a:prstGeom>
          <a:ln w="92075">
            <a:solidFill>
              <a:schemeClr val="accent4"/>
            </a:solidFill>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346D0EC5-4F8B-4369-A9E1-08D30C02977C}"/>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273145" y="1271355"/>
            <a:ext cx="5094304" cy="1336908"/>
          </a:xfrm>
          <a:prstGeom prst="rect">
            <a:avLst/>
          </a:prstGeom>
        </p:spPr>
      </p:pic>
    </p:spTree>
    <p:extLst>
      <p:ext uri="{BB962C8B-B14F-4D97-AF65-F5344CB8AC3E}">
        <p14:creationId xmlns:p14="http://schemas.microsoft.com/office/powerpoint/2010/main" val="2335718321"/>
      </p:ext>
    </p:extLst>
  </p:cSld>
  <p:clrMap bg1="lt1" tx1="dk1" bg2="lt2" tx2="dk2" accent1="accent1" accent2="accent2" accent3="accent3" accent4="accent4" accent5="accent5" accent6="accent6" hlink="hlink" folHlink="folHlink"/>
  <p:sldLayoutIdLst>
    <p:sldLayoutId id="2147483668" r:id="rId1"/>
    <p:sldLayoutId id="2147483670" r:id="rId2"/>
  </p:sldLayoutIdLst>
  <p:txStyles>
    <p:titleStyle>
      <a:lvl1pPr algn="l" defTabSz="3023148" rtl="0" eaLnBrk="1" latinLnBrk="0" hangingPunct="1">
        <a:lnSpc>
          <a:spcPct val="83000"/>
        </a:lnSpc>
        <a:spcBef>
          <a:spcPct val="0"/>
        </a:spcBef>
        <a:buNone/>
        <a:defRPr sz="7200" b="1" kern="1200">
          <a:solidFill>
            <a:schemeClr val="bg1"/>
          </a:solidFill>
          <a:latin typeface="+mj-lt"/>
          <a:ea typeface="+mj-ea"/>
          <a:cs typeface="+mj-cs"/>
        </a:defRPr>
      </a:lvl1pPr>
    </p:titleStyle>
    <p:bodyStyle>
      <a:lvl1pPr marL="0" indent="0" algn="l" defTabSz="3023148" rtl="0" eaLnBrk="1" latinLnBrk="0" hangingPunct="1">
        <a:lnSpc>
          <a:spcPct val="90000"/>
        </a:lnSpc>
        <a:spcBef>
          <a:spcPts val="0"/>
        </a:spcBef>
        <a:spcAft>
          <a:spcPts val="1836"/>
        </a:spcAft>
        <a:buFont typeface="Arial" panose="020B0604020202020204" pitchFamily="34" charset="0"/>
        <a:buNone/>
        <a:defRPr sz="1800" kern="1200">
          <a:solidFill>
            <a:schemeClr val="tx1"/>
          </a:solidFill>
          <a:latin typeface="+mn-lt"/>
          <a:ea typeface="+mn-ea"/>
          <a:cs typeface="+mn-cs"/>
        </a:defRPr>
      </a:lvl1pPr>
      <a:lvl2pPr marL="0" indent="0" algn="l" defTabSz="3023148" rtl="0" eaLnBrk="1" latinLnBrk="0" hangingPunct="1">
        <a:lnSpc>
          <a:spcPct val="83000"/>
        </a:lnSpc>
        <a:spcBef>
          <a:spcPts val="0"/>
        </a:spcBef>
        <a:spcAft>
          <a:spcPts val="4520"/>
        </a:spcAft>
        <a:buFont typeface="Arial" panose="020B0604020202020204" pitchFamily="34" charset="0"/>
        <a:buNone/>
        <a:defRPr sz="5000" kern="1200">
          <a:solidFill>
            <a:schemeClr val="tx1"/>
          </a:solidFill>
          <a:latin typeface="+mn-lt"/>
          <a:ea typeface="+mn-ea"/>
          <a:cs typeface="+mn-cs"/>
        </a:defRPr>
      </a:lvl2pPr>
      <a:lvl3pPr marL="0" indent="0" algn="l" defTabSz="3023148" rtl="0" eaLnBrk="1" latinLnBrk="0" hangingPunct="1">
        <a:lnSpc>
          <a:spcPct val="90000"/>
        </a:lnSpc>
        <a:spcBef>
          <a:spcPts val="0"/>
        </a:spcBef>
        <a:spcAft>
          <a:spcPts val="3320"/>
        </a:spcAft>
        <a:buFont typeface="Arial" panose="020B0604020202020204" pitchFamily="34" charset="0"/>
        <a:buNone/>
        <a:defRPr sz="3200" kern="1200">
          <a:solidFill>
            <a:schemeClr val="tx1"/>
          </a:solidFill>
          <a:latin typeface="+mn-lt"/>
          <a:ea typeface="+mn-ea"/>
          <a:cs typeface="+mn-cs"/>
        </a:defRPr>
      </a:lvl3pPr>
      <a:lvl4pPr marL="0" indent="0" algn="l" defTabSz="3023148" rtl="0" eaLnBrk="1" latinLnBrk="0" hangingPunct="1">
        <a:lnSpc>
          <a:spcPct val="90000"/>
        </a:lnSpc>
        <a:spcBef>
          <a:spcPts val="0"/>
        </a:spcBef>
        <a:buFont typeface="Arial" panose="020B0604020202020204" pitchFamily="34" charset="0"/>
        <a:buNone/>
        <a:defRPr sz="2800" b="1" kern="1200">
          <a:solidFill>
            <a:schemeClr val="accent3"/>
          </a:solidFill>
          <a:latin typeface="+mn-lt"/>
          <a:ea typeface="+mn-ea"/>
          <a:cs typeface="+mn-cs"/>
        </a:defRPr>
      </a:lvl4pPr>
      <a:lvl5pPr marL="0" indent="0" algn="l" defTabSz="3023148" rtl="0" eaLnBrk="1" latinLnBrk="0" hangingPunct="1">
        <a:lnSpc>
          <a:spcPct val="90000"/>
        </a:lnSpc>
        <a:spcBef>
          <a:spcPts val="0"/>
        </a:spcBef>
        <a:buFont typeface="Arial" panose="020B0604020202020204" pitchFamily="34" charset="0"/>
        <a:buNone/>
        <a:defRPr sz="2200" b="1" kern="1200">
          <a:solidFill>
            <a:schemeClr val="tx1"/>
          </a:solidFill>
          <a:latin typeface="+mn-lt"/>
          <a:ea typeface="+mn-ea"/>
          <a:cs typeface="+mn-cs"/>
        </a:defRPr>
      </a:lvl5pPr>
      <a:lvl6pPr marL="0" indent="0" algn="l" defTabSz="3023148" rtl="0" eaLnBrk="1" latinLnBrk="0" hangingPunct="1">
        <a:lnSpc>
          <a:spcPct val="90000"/>
        </a:lnSpc>
        <a:spcBef>
          <a:spcPts val="0"/>
        </a:spcBef>
        <a:buFont typeface="Arial" panose="020B0604020202020204" pitchFamily="34" charset="0"/>
        <a:buNone/>
        <a:defRPr sz="2200" kern="1200">
          <a:solidFill>
            <a:schemeClr val="tx1"/>
          </a:solidFill>
          <a:latin typeface="+mn-lt"/>
          <a:ea typeface="+mn-ea"/>
          <a:cs typeface="+mn-cs"/>
        </a:defRPr>
      </a:lvl6pPr>
      <a:lvl7pPr marL="0" indent="0" algn="l" defTabSz="3023148" rtl="0" eaLnBrk="1" latinLnBrk="0" hangingPunct="1">
        <a:lnSpc>
          <a:spcPct val="90000"/>
        </a:lnSpc>
        <a:spcBef>
          <a:spcPts val="0"/>
        </a:spcBef>
        <a:spcAft>
          <a:spcPts val="1836"/>
        </a:spcAft>
        <a:buFont typeface="Arial" panose="020B0604020202020204" pitchFamily="34" charset="0"/>
        <a:buNone/>
        <a:defRPr sz="1200" kern="1200" cap="all" baseline="0">
          <a:solidFill>
            <a:schemeClr val="tx1"/>
          </a:solidFill>
          <a:latin typeface="+mn-lt"/>
          <a:ea typeface="+mn-ea"/>
          <a:cs typeface="+mn-cs"/>
        </a:defRPr>
      </a:lvl7pPr>
      <a:lvl8pPr marL="251639" indent="-251639" algn="l" defTabSz="3023148" rtl="0" eaLnBrk="1" latinLnBrk="0" hangingPunct="1">
        <a:lnSpc>
          <a:spcPct val="90000"/>
        </a:lnSpc>
        <a:spcBef>
          <a:spcPts val="0"/>
        </a:spcBef>
        <a:buClr>
          <a:schemeClr val="accent3"/>
        </a:buClr>
        <a:buFont typeface="Arial" panose="020B0604020202020204" pitchFamily="34" charset="0"/>
        <a:buChar char="•"/>
        <a:defRPr sz="1800" kern="1200">
          <a:solidFill>
            <a:schemeClr val="tx1"/>
          </a:solidFill>
          <a:latin typeface="+mn-lt"/>
          <a:ea typeface="+mn-ea"/>
          <a:cs typeface="+mn-cs"/>
        </a:defRPr>
      </a:lvl8pPr>
      <a:lvl9pPr marL="503278" indent="-503278" algn="l" defTabSz="3023148" rtl="0" eaLnBrk="1" latinLnBrk="0" hangingPunct="1">
        <a:lnSpc>
          <a:spcPct val="90000"/>
        </a:lnSpc>
        <a:spcBef>
          <a:spcPts val="0"/>
        </a:spcBef>
        <a:buClr>
          <a:schemeClr val="accent4"/>
        </a:buClr>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3023148" rtl="0" eaLnBrk="1" latinLnBrk="0" hangingPunct="1">
        <a:defRPr sz="5951" kern="1200">
          <a:solidFill>
            <a:schemeClr val="tx1"/>
          </a:solidFill>
          <a:latin typeface="+mn-lt"/>
          <a:ea typeface="+mn-ea"/>
          <a:cs typeface="+mn-cs"/>
        </a:defRPr>
      </a:lvl1pPr>
      <a:lvl2pPr marL="1511574" algn="l" defTabSz="3023148" rtl="0" eaLnBrk="1" latinLnBrk="0" hangingPunct="1">
        <a:defRPr sz="5951" kern="1200">
          <a:solidFill>
            <a:schemeClr val="tx1"/>
          </a:solidFill>
          <a:latin typeface="+mn-lt"/>
          <a:ea typeface="+mn-ea"/>
          <a:cs typeface="+mn-cs"/>
        </a:defRPr>
      </a:lvl2pPr>
      <a:lvl3pPr marL="3023148" algn="l" defTabSz="3023148" rtl="0" eaLnBrk="1" latinLnBrk="0" hangingPunct="1">
        <a:defRPr sz="5951" kern="1200">
          <a:solidFill>
            <a:schemeClr val="tx1"/>
          </a:solidFill>
          <a:latin typeface="+mn-lt"/>
          <a:ea typeface="+mn-ea"/>
          <a:cs typeface="+mn-cs"/>
        </a:defRPr>
      </a:lvl3pPr>
      <a:lvl4pPr marL="4534722" algn="l" defTabSz="3023148" rtl="0" eaLnBrk="1" latinLnBrk="0" hangingPunct="1">
        <a:defRPr sz="5951" kern="1200">
          <a:solidFill>
            <a:schemeClr val="tx1"/>
          </a:solidFill>
          <a:latin typeface="+mn-lt"/>
          <a:ea typeface="+mn-ea"/>
          <a:cs typeface="+mn-cs"/>
        </a:defRPr>
      </a:lvl4pPr>
      <a:lvl5pPr marL="6046297" algn="l" defTabSz="3023148" rtl="0" eaLnBrk="1" latinLnBrk="0" hangingPunct="1">
        <a:defRPr sz="5951" kern="1200">
          <a:solidFill>
            <a:schemeClr val="tx1"/>
          </a:solidFill>
          <a:latin typeface="+mn-lt"/>
          <a:ea typeface="+mn-ea"/>
          <a:cs typeface="+mn-cs"/>
        </a:defRPr>
      </a:lvl5pPr>
      <a:lvl6pPr marL="7557871" algn="l" defTabSz="3023148" rtl="0" eaLnBrk="1" latinLnBrk="0" hangingPunct="1">
        <a:defRPr sz="5951" kern="1200">
          <a:solidFill>
            <a:schemeClr val="tx1"/>
          </a:solidFill>
          <a:latin typeface="+mn-lt"/>
          <a:ea typeface="+mn-ea"/>
          <a:cs typeface="+mn-cs"/>
        </a:defRPr>
      </a:lvl6pPr>
      <a:lvl7pPr marL="9069445" algn="l" defTabSz="3023148" rtl="0" eaLnBrk="1" latinLnBrk="0" hangingPunct="1">
        <a:defRPr sz="5951" kern="1200">
          <a:solidFill>
            <a:schemeClr val="tx1"/>
          </a:solidFill>
          <a:latin typeface="+mn-lt"/>
          <a:ea typeface="+mn-ea"/>
          <a:cs typeface="+mn-cs"/>
        </a:defRPr>
      </a:lvl7pPr>
      <a:lvl8pPr marL="10581019" algn="l" defTabSz="3023148" rtl="0" eaLnBrk="1" latinLnBrk="0" hangingPunct="1">
        <a:defRPr sz="5951" kern="1200">
          <a:solidFill>
            <a:schemeClr val="tx1"/>
          </a:solidFill>
          <a:latin typeface="+mn-lt"/>
          <a:ea typeface="+mn-ea"/>
          <a:cs typeface="+mn-cs"/>
        </a:defRPr>
      </a:lvl8pPr>
      <a:lvl9pPr marL="12092593" algn="l" defTabSz="3023148" rtl="0" eaLnBrk="1" latinLnBrk="0" hangingPunct="1">
        <a:defRPr sz="595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6735" userDrawn="1">
          <p15:clr>
            <a:srgbClr val="F26B43"/>
          </p15:clr>
        </p15:guide>
        <p15:guide id="2" pos="9535" userDrawn="1">
          <p15:clr>
            <a:srgbClr val="F26B43"/>
          </p15:clr>
        </p15:guide>
        <p15:guide id="3" pos="800" userDrawn="1">
          <p15:clr>
            <a:srgbClr val="F26B43"/>
          </p15:clr>
        </p15:guide>
        <p15:guide id="4" pos="18270" userDrawn="1">
          <p15:clr>
            <a:srgbClr val="F26B43"/>
          </p15:clr>
        </p15:guide>
        <p15:guide id="5" pos="4926" userDrawn="1">
          <p15:clr>
            <a:srgbClr val="F26B43"/>
          </p15:clr>
        </p15:guide>
        <p15:guide id="6" pos="5247" userDrawn="1">
          <p15:clr>
            <a:srgbClr val="F26B43"/>
          </p15:clr>
        </p15:guide>
        <p15:guide id="7" pos="13823" userDrawn="1">
          <p15:clr>
            <a:srgbClr val="F26B43"/>
          </p15:clr>
        </p15:guide>
        <p15:guide id="8" pos="14145" userDrawn="1">
          <p15:clr>
            <a:srgbClr val="F26B43"/>
          </p15:clr>
        </p15:guide>
        <p15:guide id="9" orient="horz" pos="12341" userDrawn="1">
          <p15:clr>
            <a:srgbClr val="F26B43"/>
          </p15:clr>
        </p15:guide>
        <p15:guide id="10" orient="horz" pos="3323" userDrawn="1">
          <p15:clr>
            <a:srgbClr val="F26B43"/>
          </p15:clr>
        </p15:guide>
        <p15:guide id="11" orient="horz" pos="800" userDrawn="1">
          <p15:clr>
            <a:srgbClr val="F26B43"/>
          </p15:clr>
        </p15:guide>
        <p15:guide id="12" pos="9375" userDrawn="1">
          <p15:clr>
            <a:srgbClr val="F26B43"/>
          </p15:clr>
        </p15:guide>
        <p15:guide id="13" pos="9696"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diagramColors" Target="../diagrams/colors1.xml"/><Relationship Id="rId13" Type="http://schemas.openxmlformats.org/officeDocument/2006/relationships/image" Target="../media/image17.png"/><Relationship Id="rId3" Type="http://schemas.openxmlformats.org/officeDocument/2006/relationships/image" Target="../media/image2.jpg"/><Relationship Id="rId7" Type="http://schemas.openxmlformats.org/officeDocument/2006/relationships/diagramQuickStyle" Target="../diagrams/quickStyle1.xml"/><Relationship Id="rId12" Type="http://schemas.openxmlformats.org/officeDocument/2006/relationships/image" Target="../media/image16.png"/><Relationship Id="rId2" Type="http://schemas.openxmlformats.org/officeDocument/2006/relationships/image" Target="../media/image2.png"/><Relationship Id="rId16" Type="http://schemas.openxmlformats.org/officeDocument/2006/relationships/image" Target="../media/image20.png"/><Relationship Id="rId1" Type="http://schemas.openxmlformats.org/officeDocument/2006/relationships/slideLayout" Target="../slideLayouts/slideLayout1.xml"/><Relationship Id="rId6" Type="http://schemas.openxmlformats.org/officeDocument/2006/relationships/diagramLayout" Target="../diagrams/layout1.xml"/><Relationship Id="rId11" Type="http://schemas.openxmlformats.org/officeDocument/2006/relationships/image" Target="../media/image15.png"/><Relationship Id="rId5" Type="http://schemas.openxmlformats.org/officeDocument/2006/relationships/diagramData" Target="../diagrams/data1.xml"/><Relationship Id="rId15" Type="http://schemas.openxmlformats.org/officeDocument/2006/relationships/image" Target="../media/image19.png"/><Relationship Id="rId10" Type="http://schemas.openxmlformats.org/officeDocument/2006/relationships/image" Target="../media/image14.png"/><Relationship Id="rId4" Type="http://schemas.openxmlformats.org/officeDocument/2006/relationships/image" Target="../media/image3.jpg"/><Relationship Id="rId9" Type="http://schemas.microsoft.com/office/2007/relationships/diagramDrawing" Target="../diagrams/drawing1.xml"/><Relationship Id="rId1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96531-E9C2-4DB3-9234-BC07B8FA2C99}"/>
              </a:ext>
            </a:extLst>
          </p:cNvPr>
          <p:cNvSpPr>
            <a:spLocks noGrp="1"/>
          </p:cNvSpPr>
          <p:nvPr>
            <p:ph type="title"/>
          </p:nvPr>
        </p:nvSpPr>
        <p:spPr/>
        <p:txBody>
          <a:bodyPr/>
          <a:lstStyle/>
          <a:p>
            <a:r>
              <a:rPr lang="en-GB" dirty="0"/>
              <a:t>AI model establishment for aberrant driving behaviour detected by wearable technology</a:t>
            </a:r>
          </a:p>
        </p:txBody>
      </p:sp>
      <p:sp>
        <p:nvSpPr>
          <p:cNvPr id="3" name="Content Placeholder 2">
            <a:extLst>
              <a:ext uri="{FF2B5EF4-FFF2-40B4-BE49-F238E27FC236}">
                <a16:creationId xmlns:a16="http://schemas.microsoft.com/office/drawing/2014/main" id="{8B9F4136-507B-4BC2-971B-9C49EA8ACC39}"/>
              </a:ext>
            </a:extLst>
          </p:cNvPr>
          <p:cNvSpPr>
            <a:spLocks noGrp="1"/>
          </p:cNvSpPr>
          <p:nvPr>
            <p:ph sz="quarter" idx="13"/>
          </p:nvPr>
        </p:nvSpPr>
        <p:spPr>
          <a:xfrm>
            <a:off x="502947" y="4954609"/>
            <a:ext cx="6550665" cy="14870361"/>
          </a:xfrm>
        </p:spPr>
        <p:txBody>
          <a:bodyPr/>
          <a:lstStyle/>
          <a:p>
            <a:pPr lvl="1" algn="just">
              <a:spcAft>
                <a:spcPts val="1500"/>
              </a:spcAft>
            </a:pPr>
            <a:r>
              <a:rPr lang="en-GB" sz="5000" dirty="0"/>
              <a:t>Background</a:t>
            </a:r>
            <a:endParaRPr lang="en-GB" sz="1800" dirty="0"/>
          </a:p>
          <a:p>
            <a:pPr lvl="1" algn="just">
              <a:spcAft>
                <a:spcPts val="1500"/>
              </a:spcAft>
            </a:pPr>
            <a:r>
              <a:rPr lang="en-GB" sz="3200" b="0" i="0" dirty="0">
                <a:effectLst/>
              </a:rPr>
              <a:t>Road traffic crashes rank as the </a:t>
            </a:r>
            <a:r>
              <a:rPr lang="en-GB" sz="3200" b="0" i="0" dirty="0">
                <a:solidFill>
                  <a:schemeClr val="accent3"/>
                </a:solidFill>
                <a:effectLst/>
              </a:rPr>
              <a:t>8th leading cause of death</a:t>
            </a:r>
            <a:r>
              <a:rPr lang="en-GB" sz="3200" b="0" i="0" dirty="0">
                <a:effectLst/>
              </a:rPr>
              <a:t> with </a:t>
            </a:r>
            <a:r>
              <a:rPr lang="en-GB" sz="3200" b="0" i="0" dirty="0">
                <a:solidFill>
                  <a:schemeClr val="accent3"/>
                </a:solidFill>
                <a:effectLst/>
              </a:rPr>
              <a:t>1.35 million lives lost </a:t>
            </a:r>
            <a:r>
              <a:rPr lang="en-GB" sz="3200" b="0" i="0" dirty="0">
                <a:effectLst/>
              </a:rPr>
              <a:t>annually. </a:t>
            </a:r>
            <a:r>
              <a:rPr lang="en-GB" sz="3200" dirty="0"/>
              <a:t>Additionally</a:t>
            </a:r>
            <a:r>
              <a:rPr lang="en-GB" sz="2000" b="0" i="0" dirty="0">
                <a:solidFill>
                  <a:srgbClr val="374151"/>
                </a:solidFill>
                <a:effectLst/>
                <a:latin typeface="Söhne"/>
              </a:rPr>
              <a:t>, </a:t>
            </a:r>
            <a:r>
              <a:rPr lang="en-GB" sz="3200" dirty="0"/>
              <a:t>these crashes result in </a:t>
            </a:r>
            <a:r>
              <a:rPr lang="en-GB" sz="3200" dirty="0">
                <a:solidFill>
                  <a:schemeClr val="accent3"/>
                </a:solidFill>
              </a:rPr>
              <a:t>50 million non-fatal injuries</a:t>
            </a:r>
            <a:r>
              <a:rPr lang="en-GB" sz="3200" dirty="0"/>
              <a:t>, leading to disabilities. </a:t>
            </a:r>
          </a:p>
          <a:p>
            <a:pPr algn="just">
              <a:spcAft>
                <a:spcPts val="1000"/>
              </a:spcAft>
            </a:pPr>
            <a:r>
              <a:rPr lang="en-GB" sz="1800" dirty="0"/>
              <a:t>Investigating the role of human behaviour in traffic accidents is </a:t>
            </a:r>
            <a:r>
              <a:rPr lang="en-GB" dirty="0"/>
              <a:t>crucial as 95% of incidents are attributed to human imperfections. The use of physiological factors to detect fatigue in drivers has been explored in recent years and trends can be identified using heart rate variability. </a:t>
            </a:r>
          </a:p>
          <a:p>
            <a:pPr algn="just">
              <a:spcAft>
                <a:spcPts val="1000"/>
              </a:spcAft>
            </a:pPr>
            <a:r>
              <a:rPr lang="en-GB" dirty="0"/>
              <a:t>Developments in artificial intelligence and machine learning have led to model development which can be used to predict ADB and increase the safety of road traffic, reducing the risk of crashes.</a:t>
            </a:r>
          </a:p>
          <a:p>
            <a:pPr algn="just">
              <a:spcAft>
                <a:spcPts val="1000"/>
              </a:spcAft>
            </a:pPr>
            <a:r>
              <a:rPr lang="en-GB" dirty="0"/>
              <a:t>This study uses heart rate variability (HRV) collected during real-driving to predict aberrant driving behaviour (ADB) using machine learning (ML) models including Linear Regression (LR), Naïve Bayes (NB), Random Forest (RF), Support Vector Machine (SVM), K-Nearest Neighbour (KNN) and Extreme Gradient Boosting (</a:t>
            </a:r>
            <a:r>
              <a:rPr lang="en-GB" dirty="0" err="1"/>
              <a:t>XGBoost</a:t>
            </a:r>
            <a:r>
              <a:rPr lang="en-GB" dirty="0"/>
              <a:t>).</a:t>
            </a:r>
          </a:p>
          <a:p>
            <a:pPr lvl="3"/>
            <a:r>
              <a:rPr lang="en-GB" dirty="0"/>
              <a:t>Aims and objectives:</a:t>
            </a:r>
          </a:p>
          <a:p>
            <a:pPr marL="0" lvl="7" indent="0">
              <a:buNone/>
            </a:pPr>
            <a:endParaRPr lang="en-US" dirty="0"/>
          </a:p>
          <a:p>
            <a:pPr marL="0" lvl="7" indent="0">
              <a:buNone/>
            </a:pPr>
            <a:endParaRPr lang="en-US" sz="1800" dirty="0"/>
          </a:p>
          <a:p>
            <a:pPr marL="0" lvl="7" indent="0">
              <a:buNone/>
            </a:pPr>
            <a:endParaRPr lang="en-US" dirty="0"/>
          </a:p>
          <a:p>
            <a:pPr marL="0" lvl="7" indent="0">
              <a:buNone/>
            </a:pPr>
            <a:endParaRPr lang="en-US" sz="1800" dirty="0"/>
          </a:p>
          <a:p>
            <a:pPr marL="0" lvl="7" indent="0">
              <a:buNone/>
            </a:pPr>
            <a:endParaRPr lang="en-US" dirty="0"/>
          </a:p>
          <a:p>
            <a:pPr marL="0" lvl="7" indent="0">
              <a:buNone/>
            </a:pPr>
            <a:endParaRPr lang="en-US" sz="1800" dirty="0"/>
          </a:p>
          <a:p>
            <a:pPr marL="0" lvl="7" indent="0">
              <a:buNone/>
            </a:pPr>
            <a:endParaRPr lang="en-US" dirty="0"/>
          </a:p>
          <a:p>
            <a:pPr lvl="2"/>
            <a:endParaRPr lang="en-GB" dirty="0">
              <a:solidFill>
                <a:schemeClr val="accent3"/>
              </a:solidFill>
            </a:endParaRPr>
          </a:p>
        </p:txBody>
      </p:sp>
      <p:sp>
        <p:nvSpPr>
          <p:cNvPr id="4" name="Text Placeholder 3">
            <a:extLst>
              <a:ext uri="{FF2B5EF4-FFF2-40B4-BE49-F238E27FC236}">
                <a16:creationId xmlns:a16="http://schemas.microsoft.com/office/drawing/2014/main" id="{D1F9E626-7C80-4061-8998-E338297C5688}"/>
              </a:ext>
            </a:extLst>
          </p:cNvPr>
          <p:cNvSpPr>
            <a:spLocks noGrp="1"/>
          </p:cNvSpPr>
          <p:nvPr>
            <p:ph type="body" sz="quarter" idx="22"/>
          </p:nvPr>
        </p:nvSpPr>
        <p:spPr/>
        <p:txBody>
          <a:bodyPr/>
          <a:lstStyle/>
          <a:p>
            <a:r>
              <a:rPr lang="en-GB" dirty="0"/>
              <a:t>William Wang</a:t>
            </a:r>
          </a:p>
        </p:txBody>
      </p:sp>
      <p:sp>
        <p:nvSpPr>
          <p:cNvPr id="5" name="Content Placeholder 4">
            <a:extLst>
              <a:ext uri="{FF2B5EF4-FFF2-40B4-BE49-F238E27FC236}">
                <a16:creationId xmlns:a16="http://schemas.microsoft.com/office/drawing/2014/main" id="{813E1C79-644E-4910-9DC6-53C605DFE7C0}"/>
              </a:ext>
            </a:extLst>
          </p:cNvPr>
          <p:cNvSpPr>
            <a:spLocks noGrp="1"/>
          </p:cNvSpPr>
          <p:nvPr>
            <p:ph sz="quarter" idx="23"/>
          </p:nvPr>
        </p:nvSpPr>
        <p:spPr>
          <a:xfrm>
            <a:off x="7649252" y="12899738"/>
            <a:ext cx="7066045" cy="7739668"/>
          </a:xfrm>
        </p:spPr>
        <p:txBody>
          <a:bodyPr/>
          <a:lstStyle/>
          <a:p>
            <a:pPr algn="just">
              <a:spcAft>
                <a:spcPts val="1000"/>
              </a:spcAft>
            </a:pPr>
            <a:r>
              <a:rPr lang="en-GB" dirty="0"/>
              <a:t>To assess the participants’ heart rate and sleep quality, the </a:t>
            </a:r>
            <a:r>
              <a:rPr lang="en-GB" dirty="0" err="1"/>
              <a:t>RootiRx</a:t>
            </a:r>
            <a:r>
              <a:rPr lang="en-GB" dirty="0"/>
              <a:t> chest patch monitored the ECG signals. The previous night sleep data included the Oxygen Saturation Index, the Cyclic Variation of Heart Rate Index and the Chest Effort Index. </a:t>
            </a:r>
          </a:p>
          <a:p>
            <a:pPr algn="just"/>
            <a:endParaRPr lang="en-GB" dirty="0"/>
          </a:p>
          <a:p>
            <a:pPr algn="just"/>
            <a:endParaRPr lang="en-GB" dirty="0"/>
          </a:p>
          <a:p>
            <a:pPr algn="just"/>
            <a:endParaRPr lang="en-GB" dirty="0"/>
          </a:p>
          <a:p>
            <a:pPr algn="just"/>
            <a:endParaRPr lang="en-GB" dirty="0"/>
          </a:p>
          <a:p>
            <a:pPr algn="just"/>
            <a:endParaRPr lang="en-GB" dirty="0"/>
          </a:p>
          <a:p>
            <a:pPr algn="just"/>
            <a:endParaRPr lang="en-GB" dirty="0"/>
          </a:p>
          <a:p>
            <a:pPr algn="just">
              <a:spcAft>
                <a:spcPts val="1000"/>
              </a:spcAft>
            </a:pPr>
            <a:endParaRPr lang="en-GB" dirty="0"/>
          </a:p>
          <a:p>
            <a:pPr algn="just">
              <a:spcAft>
                <a:spcPts val="1000"/>
              </a:spcAft>
            </a:pPr>
            <a:r>
              <a:rPr lang="en-GB" dirty="0"/>
              <a:t>Preprocessing steps were applied to the raw ECG signal using the </a:t>
            </a:r>
            <a:r>
              <a:rPr lang="en-GB" dirty="0" err="1"/>
              <a:t>hrv</a:t>
            </a:r>
            <a:r>
              <a:rPr lang="en-GB" dirty="0"/>
              <a:t>-analysis Python package. Irregular ectopic beats were removed and normal-to-normal intervals outside the range of 30 to 200bpm were filtered out. A sliding window analysis approach was employed to calculate the HRV features for 30s windows. A rollover step of 1s was used to capture the dynamic changes in HRV over time.</a:t>
            </a:r>
          </a:p>
          <a:p>
            <a:pPr algn="just">
              <a:spcAft>
                <a:spcPts val="1000"/>
              </a:spcAft>
            </a:pPr>
            <a:r>
              <a:rPr lang="en-GB" sz="1800" dirty="0"/>
              <a:t>Time and frequency domain features of the heart rate variability were calculated for each window. These were synchronised with the driving data to separate ADB </a:t>
            </a:r>
            <a:r>
              <a:rPr lang="en-GB" dirty="0"/>
              <a:t>and normal driving intervals. 5-minute intervals were compared to predict ADB events.</a:t>
            </a:r>
          </a:p>
          <a:p>
            <a:endParaRPr lang="en-GB" dirty="0"/>
          </a:p>
          <a:p>
            <a:endParaRPr lang="en-GB" dirty="0"/>
          </a:p>
          <a:p>
            <a:endParaRPr lang="en-GB" dirty="0"/>
          </a:p>
          <a:p>
            <a:pPr lvl="2"/>
            <a:endParaRPr lang="en-GB" dirty="0"/>
          </a:p>
          <a:p>
            <a:endParaRPr lang="en-GB" dirty="0"/>
          </a:p>
          <a:p>
            <a:endParaRPr lang="en-GB" dirty="0"/>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9E2D530D-F64C-44FF-A14C-6154A04567F4}"/>
                  </a:ext>
                </a:extLst>
              </p:cNvPr>
              <p:cNvSpPr>
                <a:spLocks noGrp="1"/>
              </p:cNvSpPr>
              <p:nvPr>
                <p:ph sz="quarter" idx="24"/>
              </p:nvPr>
            </p:nvSpPr>
            <p:spPr>
              <a:xfrm>
                <a:off x="15117787" y="8612976"/>
                <a:ext cx="6705879" cy="4286762"/>
              </a:xfrm>
            </p:spPr>
            <p:txBody>
              <a:bodyPr/>
              <a:lstStyle/>
              <a:p>
                <a:pPr lvl="1" algn="just">
                  <a:spcAft>
                    <a:spcPts val="1500"/>
                  </a:spcAft>
                </a:pPr>
                <a:r>
                  <a:rPr lang="en-GB" dirty="0"/>
                  <a:t>Results</a:t>
                </a:r>
              </a:p>
              <a:p>
                <a:pPr algn="just">
                  <a:lnSpc>
                    <a:spcPct val="83000"/>
                  </a:lnSpc>
                  <a:spcAft>
                    <a:spcPts val="1000"/>
                  </a:spcAft>
                </a:pPr>
                <a:r>
                  <a:rPr lang="en-GB" dirty="0"/>
                  <a:t>The results from the questionnaires gave an insight to the cohort:</a:t>
                </a:r>
              </a:p>
              <a:p>
                <a:pPr lvl="7" algn="just">
                  <a:lnSpc>
                    <a:spcPct val="83000"/>
                  </a:lnSpc>
                  <a:spcAft>
                    <a:spcPts val="600"/>
                  </a:spcAft>
                </a:pPr>
                <a:r>
                  <a:rPr lang="en-GB" dirty="0"/>
                  <a:t>High average BMI of </a:t>
                </a:r>
                <a14:m>
                  <m:oMath xmlns:m="http://schemas.openxmlformats.org/officeDocument/2006/math">
                    <m:r>
                      <a:rPr lang="en-GB" b="0" i="1" smtClean="0">
                        <a:latin typeface="Cambria Math" panose="02040503050406030204" pitchFamily="18" charset="0"/>
                      </a:rPr>
                      <m:t>29.4 </m:t>
                    </m:r>
                    <m:r>
                      <a:rPr lang="en-GB" b="0" i="1" smtClean="0">
                        <a:latin typeface="Cambria Math" panose="02040503050406030204" pitchFamily="18" charset="0"/>
                      </a:rPr>
                      <m:t>𝑘𝑔</m:t>
                    </m:r>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𝑚</m:t>
                        </m:r>
                      </m:e>
                      <m:sup>
                        <m:r>
                          <a:rPr lang="en-GB" b="0" i="1" smtClean="0">
                            <a:latin typeface="Cambria Math" panose="02040503050406030204" pitchFamily="18" charset="0"/>
                          </a:rPr>
                          <m:t>2</m:t>
                        </m:r>
                      </m:sup>
                    </m:sSup>
                  </m:oMath>
                </a14:m>
                <a:endParaRPr lang="en-GB" dirty="0"/>
              </a:p>
              <a:p>
                <a:pPr lvl="7" algn="just">
                  <a:lnSpc>
                    <a:spcPct val="83000"/>
                  </a:lnSpc>
                  <a:spcAft>
                    <a:spcPts val="600"/>
                  </a:spcAft>
                </a:pPr>
                <a:r>
                  <a:rPr lang="en-GB" dirty="0"/>
                  <a:t> Low sleep efficiency of 73.9% </a:t>
                </a:r>
              </a:p>
              <a:p>
                <a:pPr lvl="7" algn="just">
                  <a:lnSpc>
                    <a:spcPct val="83000"/>
                  </a:lnSpc>
                  <a:spcAft>
                    <a:spcPts val="600"/>
                  </a:spcAft>
                </a:pPr>
                <a:r>
                  <a:rPr lang="en-GB" dirty="0"/>
                  <a:t>Low oxygen saturation of 93.5% </a:t>
                </a:r>
              </a:p>
              <a:p>
                <a:pPr lvl="7" algn="just">
                  <a:lnSpc>
                    <a:spcPct val="83000"/>
                  </a:lnSpc>
                  <a:spcAft>
                    <a:spcPts val="600"/>
                  </a:spcAft>
                </a:pPr>
                <a:r>
                  <a:rPr lang="en-GB" dirty="0"/>
                  <a:t>Under 4.5 hrs sleep time (20% of which was wakefulness)</a:t>
                </a:r>
              </a:p>
              <a:p>
                <a:pPr lvl="7" algn="just">
                  <a:lnSpc>
                    <a:spcPct val="83000"/>
                  </a:lnSpc>
                  <a:spcAft>
                    <a:spcPts val="1000"/>
                  </a:spcAft>
                </a:pPr>
                <a:r>
                  <a:rPr lang="en-GB" dirty="0"/>
                  <a:t>39 sleep apnoea events per hour</a:t>
                </a:r>
              </a:p>
              <a:p>
                <a:pPr lvl="7" algn="just">
                  <a:lnSpc>
                    <a:spcPct val="83000"/>
                  </a:lnSpc>
                  <a:spcAft>
                    <a:spcPts val="1000"/>
                  </a:spcAft>
                </a:pPr>
                <a:r>
                  <a:rPr lang="en-GB" dirty="0"/>
                  <a:t>67% participants drove 9-12 hours a day</a:t>
                </a:r>
              </a:p>
              <a:p>
                <a:pPr lvl="7" algn="just">
                  <a:lnSpc>
                    <a:spcPct val="83000"/>
                  </a:lnSpc>
                  <a:spcAft>
                    <a:spcPts val="1000"/>
                  </a:spcAft>
                </a:pPr>
                <a:r>
                  <a:rPr lang="en-GB" dirty="0"/>
                  <a:t>Karolinska Sleepiness scale showed increasing sleepiness throughout each shift</a:t>
                </a:r>
              </a:p>
              <a:p>
                <a:pPr lvl="7" algn="just">
                  <a:lnSpc>
                    <a:spcPct val="83000"/>
                  </a:lnSpc>
                  <a:spcAft>
                    <a:spcPts val="1000"/>
                  </a:spcAft>
                </a:pPr>
                <a:r>
                  <a:rPr lang="en-GB" dirty="0"/>
                  <a:t>Driver Based Questionnaire - high traffic violations, moderate errors and lapses</a:t>
                </a:r>
              </a:p>
              <a:p>
                <a:pPr lvl="3" algn="just"/>
                <a:endParaRPr lang="en-GB" dirty="0"/>
              </a:p>
              <a:p>
                <a:pPr lvl="3" algn="just"/>
                <a:endParaRPr lang="en-GB" dirty="0"/>
              </a:p>
              <a:p>
                <a:endParaRPr lang="en-GB" dirty="0"/>
              </a:p>
            </p:txBody>
          </p:sp>
        </mc:Choice>
        <mc:Fallback xmlns="">
          <p:sp>
            <p:nvSpPr>
              <p:cNvPr id="6" name="Content Placeholder 5">
                <a:extLst>
                  <a:ext uri="{FF2B5EF4-FFF2-40B4-BE49-F238E27FC236}">
                    <a16:creationId xmlns:a16="http://schemas.microsoft.com/office/drawing/2014/main" id="{9E2D530D-F64C-44FF-A14C-6154A04567F4}"/>
                  </a:ext>
                </a:extLst>
              </p:cNvPr>
              <p:cNvSpPr>
                <a:spLocks noGrp="1" noRot="1" noChangeAspect="1" noMove="1" noResize="1" noEditPoints="1" noAdjustHandles="1" noChangeArrowheads="1" noChangeShapeType="1" noTextEdit="1"/>
              </p:cNvSpPr>
              <p:nvPr>
                <p:ph sz="quarter" idx="24"/>
              </p:nvPr>
            </p:nvSpPr>
            <p:spPr>
              <a:xfrm>
                <a:off x="15117787" y="8612976"/>
                <a:ext cx="6705879" cy="4286762"/>
              </a:xfrm>
              <a:blipFill>
                <a:blip r:embed="rId2"/>
                <a:stretch>
                  <a:fillRect l="-5727" t="-7539" r="-2091"/>
                </a:stretch>
              </a:blipFill>
            </p:spPr>
            <p:txBody>
              <a:bodyPr/>
              <a:lstStyle/>
              <a:p>
                <a:r>
                  <a:rPr lang="en-GB">
                    <a:noFill/>
                  </a:rPr>
                  <a:t> </a:t>
                </a:r>
              </a:p>
            </p:txBody>
          </p:sp>
        </mc:Fallback>
      </mc:AlternateContent>
      <p:sp>
        <p:nvSpPr>
          <p:cNvPr id="8" name="Text Placeholder 7">
            <a:extLst>
              <a:ext uri="{FF2B5EF4-FFF2-40B4-BE49-F238E27FC236}">
                <a16:creationId xmlns:a16="http://schemas.microsoft.com/office/drawing/2014/main" id="{692BD2FE-B62F-43CA-9C5E-658962D1AA39}"/>
              </a:ext>
            </a:extLst>
          </p:cNvPr>
          <p:cNvSpPr>
            <a:spLocks noGrp="1"/>
          </p:cNvSpPr>
          <p:nvPr>
            <p:ph type="body" sz="quarter" idx="25"/>
          </p:nvPr>
        </p:nvSpPr>
        <p:spPr>
          <a:xfrm>
            <a:off x="15305039" y="8091494"/>
            <a:ext cx="6551789" cy="747737"/>
          </a:xfrm>
        </p:spPr>
        <p:txBody>
          <a:bodyPr/>
          <a:lstStyle/>
          <a:p>
            <a:r>
              <a:rPr lang="en-GB" dirty="0"/>
              <a:t>Rolling window analysis of ECG signal with a 30s and 1s rollover and HRV parameters comparison </a:t>
            </a:r>
          </a:p>
        </p:txBody>
      </p:sp>
      <p:pic>
        <p:nvPicPr>
          <p:cNvPr id="48" name="Picture Placeholder 47" descr="A picture containing text, line&#10;&#10;Description automatically generated">
            <a:extLst>
              <a:ext uri="{FF2B5EF4-FFF2-40B4-BE49-F238E27FC236}">
                <a16:creationId xmlns:a16="http://schemas.microsoft.com/office/drawing/2014/main" id="{BFD2D72C-40AF-8EDC-2117-DA6CFE911DFE}"/>
              </a:ext>
            </a:extLst>
          </p:cNvPr>
          <p:cNvPicPr>
            <a:picLocks noGrp="1" noChangeAspect="1"/>
          </p:cNvPicPr>
          <p:nvPr>
            <p:ph type="pic" sz="quarter" idx="28"/>
          </p:nvPr>
        </p:nvPicPr>
        <p:blipFill rotWithShape="1">
          <a:blip r:embed="rId3">
            <a:extLst>
              <a:ext uri="{28A0092B-C50C-407E-A947-70E740481C1C}">
                <a14:useLocalDpi xmlns:a14="http://schemas.microsoft.com/office/drawing/2010/main" val="0"/>
              </a:ext>
            </a:extLst>
          </a:blip>
          <a:srcRect l="7054" t="7019" r="8768" b="3480"/>
          <a:stretch/>
        </p:blipFill>
        <p:spPr>
          <a:xfrm>
            <a:off x="15117787" y="4616877"/>
            <a:ext cx="6420996" cy="3409950"/>
          </a:xfrm>
        </p:spPr>
      </p:pic>
      <p:pic>
        <p:nvPicPr>
          <p:cNvPr id="52" name="Picture Placeholder 51" descr="A picture containing text, diagram, plot, line&#10;&#10;Description automatically generated">
            <a:extLst>
              <a:ext uri="{FF2B5EF4-FFF2-40B4-BE49-F238E27FC236}">
                <a16:creationId xmlns:a16="http://schemas.microsoft.com/office/drawing/2014/main" id="{6CFA3C32-0C7B-B01F-719F-0C78FFB5985D}"/>
              </a:ext>
            </a:extLst>
          </p:cNvPr>
          <p:cNvPicPr>
            <a:picLocks noGrp="1" noChangeAspect="1"/>
          </p:cNvPicPr>
          <p:nvPr>
            <p:ph type="pic" sz="quarter" idx="29"/>
          </p:nvPr>
        </p:nvPicPr>
        <p:blipFill rotWithShape="1">
          <a:blip r:embed="rId4">
            <a:extLst>
              <a:ext uri="{28A0092B-C50C-407E-A947-70E740481C1C}">
                <a14:useLocalDpi xmlns:a14="http://schemas.microsoft.com/office/drawing/2010/main" val="0"/>
              </a:ext>
            </a:extLst>
          </a:blip>
          <a:srcRect t="826" b="4488"/>
          <a:stretch/>
        </p:blipFill>
        <p:spPr>
          <a:xfrm>
            <a:off x="15062129" y="12767636"/>
            <a:ext cx="6411854" cy="4049216"/>
          </a:xfrm>
        </p:spPr>
      </p:pic>
      <p:cxnSp>
        <p:nvCxnSpPr>
          <p:cNvPr id="17" name="Straight Connector 16">
            <a:extLst>
              <a:ext uri="{FF2B5EF4-FFF2-40B4-BE49-F238E27FC236}">
                <a16:creationId xmlns:a16="http://schemas.microsoft.com/office/drawing/2014/main" id="{C74AECC9-5D05-4CCC-AF52-5024B2ABB0EF}"/>
              </a:ext>
            </a:extLst>
          </p:cNvPr>
          <p:cNvCxnSpPr>
            <a:cxnSpLocks/>
          </p:cNvCxnSpPr>
          <p:nvPr/>
        </p:nvCxnSpPr>
        <p:spPr>
          <a:xfrm>
            <a:off x="14997329" y="9223616"/>
            <a:ext cx="6541454" cy="0"/>
          </a:xfrm>
          <a:prstGeom prst="line">
            <a:avLst/>
          </a:prstGeom>
          <a:ln w="508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BADEDBDB-283B-E19C-8B37-4540808FF706}"/>
              </a:ext>
            </a:extLst>
          </p:cNvPr>
          <p:cNvCxnSpPr>
            <a:cxnSpLocks/>
          </p:cNvCxnSpPr>
          <p:nvPr/>
        </p:nvCxnSpPr>
        <p:spPr>
          <a:xfrm>
            <a:off x="502947" y="5554831"/>
            <a:ext cx="6541454" cy="0"/>
          </a:xfrm>
          <a:prstGeom prst="line">
            <a:avLst/>
          </a:prstGeom>
          <a:ln w="50800">
            <a:solidFill>
              <a:schemeClr val="accent3"/>
            </a:solidFill>
          </a:ln>
        </p:spPr>
        <p:style>
          <a:lnRef idx="1">
            <a:schemeClr val="accent1"/>
          </a:lnRef>
          <a:fillRef idx="0">
            <a:schemeClr val="accent1"/>
          </a:fillRef>
          <a:effectRef idx="0">
            <a:schemeClr val="accent1"/>
          </a:effectRef>
          <a:fontRef idx="minor">
            <a:schemeClr val="tx1"/>
          </a:fontRef>
        </p:style>
      </p:cxnSp>
      <p:graphicFrame>
        <p:nvGraphicFramePr>
          <p:cNvPr id="21" name="Content Placeholder 1">
            <a:extLst>
              <a:ext uri="{FF2B5EF4-FFF2-40B4-BE49-F238E27FC236}">
                <a16:creationId xmlns:a16="http://schemas.microsoft.com/office/drawing/2014/main" id="{9CAB01CB-A937-A82A-4533-E06FF1E47EB2}"/>
              </a:ext>
            </a:extLst>
          </p:cNvPr>
          <p:cNvGraphicFramePr>
            <a:graphicFrameLocks/>
          </p:cNvGraphicFramePr>
          <p:nvPr>
            <p:extLst>
              <p:ext uri="{D42A27DB-BD31-4B8C-83A1-F6EECF244321}">
                <p14:modId xmlns:p14="http://schemas.microsoft.com/office/powerpoint/2010/main" val="3330011333"/>
              </p:ext>
            </p:extLst>
          </p:nvPr>
        </p:nvGraphicFramePr>
        <p:xfrm>
          <a:off x="113093" y="12854066"/>
          <a:ext cx="7066597" cy="1311202"/>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cxnSp>
        <p:nvCxnSpPr>
          <p:cNvPr id="22" name="Straight Connector 21">
            <a:extLst>
              <a:ext uri="{FF2B5EF4-FFF2-40B4-BE49-F238E27FC236}">
                <a16:creationId xmlns:a16="http://schemas.microsoft.com/office/drawing/2014/main" id="{565C6E20-9BD2-E2E0-8A3A-1AEE46D679F1}"/>
              </a:ext>
            </a:extLst>
          </p:cNvPr>
          <p:cNvCxnSpPr>
            <a:cxnSpLocks/>
          </p:cNvCxnSpPr>
          <p:nvPr/>
        </p:nvCxnSpPr>
        <p:spPr>
          <a:xfrm>
            <a:off x="7649252" y="5554831"/>
            <a:ext cx="6541454" cy="0"/>
          </a:xfrm>
          <a:prstGeom prst="line">
            <a:avLst/>
          </a:prstGeom>
          <a:ln w="50800">
            <a:solidFill>
              <a:schemeClr val="accent3"/>
            </a:solidFill>
          </a:ln>
        </p:spPr>
        <p:style>
          <a:lnRef idx="1">
            <a:schemeClr val="accent1"/>
          </a:lnRef>
          <a:fillRef idx="0">
            <a:schemeClr val="accent1"/>
          </a:fillRef>
          <a:effectRef idx="0">
            <a:schemeClr val="accent1"/>
          </a:effectRef>
          <a:fontRef idx="minor">
            <a:schemeClr val="tx1"/>
          </a:fontRef>
        </p:style>
      </p:cxnSp>
      <p:pic>
        <p:nvPicPr>
          <p:cNvPr id="30" name="Picture 29">
            <a:extLst>
              <a:ext uri="{FF2B5EF4-FFF2-40B4-BE49-F238E27FC236}">
                <a16:creationId xmlns:a16="http://schemas.microsoft.com/office/drawing/2014/main" id="{0423B438-1B51-3B54-2C80-940207621972}"/>
              </a:ext>
            </a:extLst>
          </p:cNvPr>
          <p:cNvPicPr>
            <a:picLocks noChangeAspect="1"/>
          </p:cNvPicPr>
          <p:nvPr/>
        </p:nvPicPr>
        <p:blipFill>
          <a:blip r:embed="rId10"/>
          <a:stretch>
            <a:fillRect/>
          </a:stretch>
        </p:blipFill>
        <p:spPr>
          <a:xfrm>
            <a:off x="7633868" y="10496505"/>
            <a:ext cx="7066045" cy="2099666"/>
          </a:xfrm>
          <a:prstGeom prst="rect">
            <a:avLst/>
          </a:prstGeom>
        </p:spPr>
      </p:pic>
      <p:grpSp>
        <p:nvGrpSpPr>
          <p:cNvPr id="36" name="Group 35">
            <a:extLst>
              <a:ext uri="{FF2B5EF4-FFF2-40B4-BE49-F238E27FC236}">
                <a16:creationId xmlns:a16="http://schemas.microsoft.com/office/drawing/2014/main" id="{0F0055F8-9974-553F-1E19-56AC53D90453}"/>
              </a:ext>
            </a:extLst>
          </p:cNvPr>
          <p:cNvGrpSpPr>
            <a:grpSpLocks noChangeAspect="1"/>
          </p:cNvGrpSpPr>
          <p:nvPr/>
        </p:nvGrpSpPr>
        <p:grpSpPr>
          <a:xfrm>
            <a:off x="7649040" y="14145184"/>
            <a:ext cx="7062653" cy="2570718"/>
            <a:chOff x="0" y="0"/>
            <a:chExt cx="5918013" cy="2154240"/>
          </a:xfrm>
        </p:grpSpPr>
        <p:pic>
          <p:nvPicPr>
            <p:cNvPr id="37" name="Picture 36" descr="A picture containing sketch, line art, drawing, illustration&#10;&#10;Description automatically generated">
              <a:extLst>
                <a:ext uri="{FF2B5EF4-FFF2-40B4-BE49-F238E27FC236}">
                  <a16:creationId xmlns:a16="http://schemas.microsoft.com/office/drawing/2014/main" id="{6DCFB55D-2101-BA29-1856-180ED9212015}"/>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956373" y="0"/>
              <a:ext cx="2961640" cy="1971675"/>
            </a:xfrm>
            <a:prstGeom prst="rect">
              <a:avLst/>
            </a:prstGeom>
          </p:spPr>
        </p:pic>
        <p:pic>
          <p:nvPicPr>
            <p:cNvPr id="38" name="Picture 37" descr="A drawing of a person driving a car&#10;&#10;Description automatically generated with medium confidence">
              <a:extLst>
                <a:ext uri="{FF2B5EF4-FFF2-40B4-BE49-F238E27FC236}">
                  <a16:creationId xmlns:a16="http://schemas.microsoft.com/office/drawing/2014/main" id="{78421327-0911-86A0-291B-833CB0863A0D}"/>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0" y="16830"/>
              <a:ext cx="3016885" cy="2137410"/>
            </a:xfrm>
            <a:prstGeom prst="rect">
              <a:avLst/>
            </a:prstGeom>
          </p:spPr>
        </p:pic>
      </p:grpSp>
      <p:sp>
        <p:nvSpPr>
          <p:cNvPr id="39" name="Text Placeholder 7">
            <a:extLst>
              <a:ext uri="{FF2B5EF4-FFF2-40B4-BE49-F238E27FC236}">
                <a16:creationId xmlns:a16="http://schemas.microsoft.com/office/drawing/2014/main" id="{91B1F5C7-ECF6-21B3-D902-47B6CE1B3003}"/>
              </a:ext>
            </a:extLst>
          </p:cNvPr>
          <p:cNvSpPr txBox="1">
            <a:spLocks/>
          </p:cNvSpPr>
          <p:nvPr/>
        </p:nvSpPr>
        <p:spPr>
          <a:xfrm>
            <a:off x="7633868" y="16717657"/>
            <a:ext cx="6551789" cy="747737"/>
          </a:xfrm>
          <a:prstGeom prst="rect">
            <a:avLst/>
          </a:prstGeom>
        </p:spPr>
        <p:txBody>
          <a:bodyPr vert="horz" lIns="0" tIns="0" rIns="0" bIns="0" rtlCol="0">
            <a:noAutofit/>
          </a:bodyPr>
          <a:lstStyle>
            <a:lvl1pPr marL="0" indent="0" algn="l" defTabSz="3023148" rtl="0" eaLnBrk="1" latinLnBrk="0" hangingPunct="1">
              <a:lnSpc>
                <a:spcPct val="90000"/>
              </a:lnSpc>
              <a:spcBef>
                <a:spcPts val="0"/>
              </a:spcBef>
              <a:spcAft>
                <a:spcPts val="0"/>
              </a:spcAft>
              <a:buFont typeface="Arial" panose="020B0604020202020204" pitchFamily="34" charset="0"/>
              <a:buNone/>
              <a:defRPr sz="1271" i="1" kern="1200">
                <a:solidFill>
                  <a:schemeClr val="tx1"/>
                </a:solidFill>
                <a:latin typeface="+mn-lt"/>
                <a:ea typeface="+mn-ea"/>
                <a:cs typeface="+mn-cs"/>
              </a:defRPr>
            </a:lvl1pPr>
            <a:lvl2pPr marL="0" indent="0" algn="l" defTabSz="3023148" rtl="0" eaLnBrk="1" latinLnBrk="0" hangingPunct="1">
              <a:lnSpc>
                <a:spcPct val="83000"/>
              </a:lnSpc>
              <a:spcBef>
                <a:spcPts val="0"/>
              </a:spcBef>
              <a:spcAft>
                <a:spcPts val="4520"/>
              </a:spcAft>
              <a:buFont typeface="Arial" panose="020B0604020202020204" pitchFamily="34" charset="0"/>
              <a:buNone/>
              <a:defRPr sz="5000" kern="1200">
                <a:solidFill>
                  <a:schemeClr val="tx1"/>
                </a:solidFill>
                <a:latin typeface="+mn-lt"/>
                <a:ea typeface="+mn-ea"/>
                <a:cs typeface="+mn-cs"/>
              </a:defRPr>
            </a:lvl2pPr>
            <a:lvl3pPr marL="0" indent="0" algn="l" defTabSz="3023148" rtl="0" eaLnBrk="1" latinLnBrk="0" hangingPunct="1">
              <a:lnSpc>
                <a:spcPct val="90000"/>
              </a:lnSpc>
              <a:spcBef>
                <a:spcPts val="0"/>
              </a:spcBef>
              <a:spcAft>
                <a:spcPts val="3320"/>
              </a:spcAft>
              <a:buFont typeface="Arial" panose="020B0604020202020204" pitchFamily="34" charset="0"/>
              <a:buNone/>
              <a:defRPr sz="3200" kern="1200">
                <a:solidFill>
                  <a:schemeClr val="tx1"/>
                </a:solidFill>
                <a:latin typeface="+mn-lt"/>
                <a:ea typeface="+mn-ea"/>
                <a:cs typeface="+mn-cs"/>
              </a:defRPr>
            </a:lvl3pPr>
            <a:lvl4pPr marL="0" indent="0" algn="l" defTabSz="3023148" rtl="0" eaLnBrk="1" latinLnBrk="0" hangingPunct="1">
              <a:lnSpc>
                <a:spcPct val="90000"/>
              </a:lnSpc>
              <a:spcBef>
                <a:spcPts val="0"/>
              </a:spcBef>
              <a:buFont typeface="Arial" panose="020B0604020202020204" pitchFamily="34" charset="0"/>
              <a:buNone/>
              <a:defRPr sz="2800" b="1" kern="1200">
                <a:solidFill>
                  <a:schemeClr val="accent3"/>
                </a:solidFill>
                <a:latin typeface="+mn-lt"/>
                <a:ea typeface="+mn-ea"/>
                <a:cs typeface="+mn-cs"/>
              </a:defRPr>
            </a:lvl4pPr>
            <a:lvl5pPr marL="0" indent="0" algn="l" defTabSz="3023148" rtl="0" eaLnBrk="1" latinLnBrk="0" hangingPunct="1">
              <a:lnSpc>
                <a:spcPct val="90000"/>
              </a:lnSpc>
              <a:spcBef>
                <a:spcPts val="0"/>
              </a:spcBef>
              <a:buFont typeface="Arial" panose="020B0604020202020204" pitchFamily="34" charset="0"/>
              <a:buNone/>
              <a:defRPr sz="2200" b="1" kern="1200">
                <a:solidFill>
                  <a:schemeClr val="tx1"/>
                </a:solidFill>
                <a:latin typeface="+mn-lt"/>
                <a:ea typeface="+mn-ea"/>
                <a:cs typeface="+mn-cs"/>
              </a:defRPr>
            </a:lvl5pPr>
            <a:lvl6pPr marL="0" indent="0" algn="l" defTabSz="3023148" rtl="0" eaLnBrk="1" latinLnBrk="0" hangingPunct="1">
              <a:lnSpc>
                <a:spcPct val="90000"/>
              </a:lnSpc>
              <a:spcBef>
                <a:spcPts val="0"/>
              </a:spcBef>
              <a:buFont typeface="Arial" panose="020B0604020202020204" pitchFamily="34" charset="0"/>
              <a:buNone/>
              <a:defRPr sz="2200" kern="1200">
                <a:solidFill>
                  <a:schemeClr val="tx1"/>
                </a:solidFill>
                <a:latin typeface="+mn-lt"/>
                <a:ea typeface="+mn-ea"/>
                <a:cs typeface="+mn-cs"/>
              </a:defRPr>
            </a:lvl6pPr>
            <a:lvl7pPr marL="0" indent="0" algn="l" defTabSz="3023148" rtl="0" eaLnBrk="1" latinLnBrk="0" hangingPunct="1">
              <a:lnSpc>
                <a:spcPct val="90000"/>
              </a:lnSpc>
              <a:spcBef>
                <a:spcPts val="0"/>
              </a:spcBef>
              <a:spcAft>
                <a:spcPts val="1836"/>
              </a:spcAft>
              <a:buFont typeface="Arial" panose="020B0604020202020204" pitchFamily="34" charset="0"/>
              <a:buNone/>
              <a:defRPr sz="1200" kern="1200" cap="all" baseline="0">
                <a:solidFill>
                  <a:schemeClr val="tx1"/>
                </a:solidFill>
                <a:latin typeface="+mn-lt"/>
                <a:ea typeface="+mn-ea"/>
                <a:cs typeface="+mn-cs"/>
              </a:defRPr>
            </a:lvl7pPr>
            <a:lvl8pPr marL="251639" indent="-251639" algn="l" defTabSz="3023148" rtl="0" eaLnBrk="1" latinLnBrk="0" hangingPunct="1">
              <a:lnSpc>
                <a:spcPct val="90000"/>
              </a:lnSpc>
              <a:spcBef>
                <a:spcPts val="0"/>
              </a:spcBef>
              <a:buClr>
                <a:schemeClr val="accent3"/>
              </a:buClr>
              <a:buFont typeface="Arial" panose="020B0604020202020204" pitchFamily="34" charset="0"/>
              <a:buChar char="•"/>
              <a:defRPr sz="1800" kern="1200">
                <a:solidFill>
                  <a:schemeClr val="tx1"/>
                </a:solidFill>
                <a:latin typeface="+mn-lt"/>
                <a:ea typeface="+mn-ea"/>
                <a:cs typeface="+mn-cs"/>
              </a:defRPr>
            </a:lvl8pPr>
            <a:lvl9pPr marL="503278" indent="-503278" algn="l" defTabSz="3023148" rtl="0" eaLnBrk="1" latinLnBrk="0" hangingPunct="1">
              <a:lnSpc>
                <a:spcPct val="90000"/>
              </a:lnSpc>
              <a:spcBef>
                <a:spcPts val="0"/>
              </a:spcBef>
              <a:buClr>
                <a:schemeClr val="accent4"/>
              </a:buClr>
              <a:buFont typeface="Arial" panose="020B0604020202020204" pitchFamily="34" charset="0"/>
              <a:buChar char="•"/>
              <a:defRPr sz="1800" kern="1200">
                <a:solidFill>
                  <a:schemeClr val="tx1"/>
                </a:solidFill>
                <a:latin typeface="+mn-lt"/>
                <a:ea typeface="+mn-ea"/>
                <a:cs typeface="+mn-cs"/>
              </a:defRPr>
            </a:lvl9pPr>
          </a:lstStyle>
          <a:p>
            <a:r>
              <a:rPr lang="en-GB" dirty="0"/>
              <a:t>Illustrations of the recording set-up for daytime driving behaviour and nighttime sleep parameters.</a:t>
            </a:r>
          </a:p>
        </p:txBody>
      </p:sp>
      <p:pic>
        <p:nvPicPr>
          <p:cNvPr id="43" name="Picture 42">
            <a:extLst>
              <a:ext uri="{FF2B5EF4-FFF2-40B4-BE49-F238E27FC236}">
                <a16:creationId xmlns:a16="http://schemas.microsoft.com/office/drawing/2014/main" id="{39F54D4B-6A39-7617-807C-40C6C49D6E1F}"/>
              </a:ext>
            </a:extLst>
          </p:cNvPr>
          <p:cNvPicPr>
            <a:picLocks noChangeAspect="1"/>
          </p:cNvPicPr>
          <p:nvPr/>
        </p:nvPicPr>
        <p:blipFill>
          <a:blip r:embed="rId13"/>
          <a:stretch>
            <a:fillRect/>
          </a:stretch>
        </p:blipFill>
        <p:spPr>
          <a:xfrm>
            <a:off x="15232408" y="17359322"/>
            <a:ext cx="6306375" cy="2634024"/>
          </a:xfrm>
          <a:prstGeom prst="rect">
            <a:avLst/>
          </a:prstGeom>
        </p:spPr>
      </p:pic>
      <p:pic>
        <p:nvPicPr>
          <p:cNvPr id="44" name="Picture 43">
            <a:extLst>
              <a:ext uri="{FF2B5EF4-FFF2-40B4-BE49-F238E27FC236}">
                <a16:creationId xmlns:a16="http://schemas.microsoft.com/office/drawing/2014/main" id="{216B1FC8-0CFE-B543-2011-0CA5C63812F1}"/>
              </a:ext>
            </a:extLst>
          </p:cNvPr>
          <p:cNvPicPr>
            <a:picLocks noChangeAspect="1"/>
          </p:cNvPicPr>
          <p:nvPr/>
        </p:nvPicPr>
        <p:blipFill>
          <a:blip r:embed="rId14"/>
          <a:stretch>
            <a:fillRect/>
          </a:stretch>
        </p:blipFill>
        <p:spPr>
          <a:xfrm>
            <a:off x="22092349" y="13171529"/>
            <a:ext cx="7851553" cy="2972698"/>
          </a:xfrm>
          <a:prstGeom prst="rect">
            <a:avLst/>
          </a:prstGeom>
        </p:spPr>
      </p:pic>
      <p:pic>
        <p:nvPicPr>
          <p:cNvPr id="45" name="Picture 44">
            <a:extLst>
              <a:ext uri="{FF2B5EF4-FFF2-40B4-BE49-F238E27FC236}">
                <a16:creationId xmlns:a16="http://schemas.microsoft.com/office/drawing/2014/main" id="{B0DDDBEF-7FBC-1B4D-3CC1-21F9FF0BF7FA}"/>
              </a:ext>
            </a:extLst>
          </p:cNvPr>
          <p:cNvPicPr>
            <a:picLocks noChangeAspect="1"/>
          </p:cNvPicPr>
          <p:nvPr/>
        </p:nvPicPr>
        <p:blipFill>
          <a:blip r:embed="rId15"/>
          <a:stretch>
            <a:fillRect/>
          </a:stretch>
        </p:blipFill>
        <p:spPr>
          <a:xfrm>
            <a:off x="22131376" y="6769898"/>
            <a:ext cx="7620372" cy="1765650"/>
          </a:xfrm>
          <a:prstGeom prst="rect">
            <a:avLst/>
          </a:prstGeom>
        </p:spPr>
      </p:pic>
      <p:sp>
        <p:nvSpPr>
          <p:cNvPr id="55" name="TextBox 54">
            <a:extLst>
              <a:ext uri="{FF2B5EF4-FFF2-40B4-BE49-F238E27FC236}">
                <a16:creationId xmlns:a16="http://schemas.microsoft.com/office/drawing/2014/main" id="{0B1A5420-9356-33C6-D043-EE33D1F05075}"/>
              </a:ext>
            </a:extLst>
          </p:cNvPr>
          <p:cNvSpPr txBox="1"/>
          <p:nvPr/>
        </p:nvSpPr>
        <p:spPr>
          <a:xfrm>
            <a:off x="22159608" y="4805465"/>
            <a:ext cx="7612657" cy="2041861"/>
          </a:xfrm>
          <a:prstGeom prst="rect">
            <a:avLst/>
          </a:prstGeom>
          <a:noFill/>
        </p:spPr>
        <p:txBody>
          <a:bodyPr wrap="square" lIns="0" tIns="0" rIns="0" bIns="0" rtlCol="0">
            <a:noAutofit/>
          </a:bodyPr>
          <a:lstStyle/>
          <a:p>
            <a:pPr algn="just">
              <a:lnSpc>
                <a:spcPct val="90000"/>
              </a:lnSpc>
              <a:spcAft>
                <a:spcPts val="1000"/>
              </a:spcAft>
            </a:pPr>
            <a:r>
              <a:rPr lang="en-GB" sz="1800" dirty="0"/>
              <a:t>Comparison of the baseline and pre-event 5-minute intervals revealed a statistical decrease in heart rate at pre-event. There were also increases in both time and frequency-domain features. </a:t>
            </a:r>
          </a:p>
          <a:p>
            <a:pPr algn="just">
              <a:lnSpc>
                <a:spcPct val="90000"/>
              </a:lnSpc>
              <a:spcAft>
                <a:spcPts val="1000"/>
              </a:spcAft>
            </a:pPr>
            <a:r>
              <a:rPr lang="en-GB" sz="1800" dirty="0"/>
              <a:t>The establishment of the machine learning models saw high accuracies in the Random Forest, K-Nearest Neighbour and Extreme Gradient Boosting models (88%, 92% and 98%). Linear Regression and Naïve Bayes performed poorly, and Support Vector Machine scored 79%.</a:t>
            </a:r>
          </a:p>
          <a:p>
            <a:endParaRPr lang="en-GB" sz="1800" dirty="0"/>
          </a:p>
        </p:txBody>
      </p:sp>
      <p:sp>
        <p:nvSpPr>
          <p:cNvPr id="56" name="TextBox 55">
            <a:extLst>
              <a:ext uri="{FF2B5EF4-FFF2-40B4-BE49-F238E27FC236}">
                <a16:creationId xmlns:a16="http://schemas.microsoft.com/office/drawing/2014/main" id="{EFEEC803-9741-FA2D-44E8-8F8CFDED6786}"/>
              </a:ext>
            </a:extLst>
          </p:cNvPr>
          <p:cNvSpPr txBox="1"/>
          <p:nvPr/>
        </p:nvSpPr>
        <p:spPr>
          <a:xfrm>
            <a:off x="22159608" y="9541029"/>
            <a:ext cx="7679917" cy="3630497"/>
          </a:xfrm>
          <a:prstGeom prst="rect">
            <a:avLst/>
          </a:prstGeom>
          <a:noFill/>
        </p:spPr>
        <p:txBody>
          <a:bodyPr wrap="square" lIns="0" tIns="0" rIns="0" bIns="0" rtlCol="0">
            <a:noAutofit/>
          </a:bodyPr>
          <a:lstStyle/>
          <a:p>
            <a:pPr>
              <a:lnSpc>
                <a:spcPct val="83000"/>
              </a:lnSpc>
              <a:spcAft>
                <a:spcPts val="1000"/>
              </a:spcAft>
            </a:pPr>
            <a:r>
              <a:rPr lang="en-GB" sz="5000" dirty="0"/>
              <a:t>Discussion</a:t>
            </a:r>
          </a:p>
          <a:p>
            <a:pPr algn="just">
              <a:lnSpc>
                <a:spcPct val="90000"/>
              </a:lnSpc>
              <a:spcAft>
                <a:spcPts val="1000"/>
              </a:spcAft>
            </a:pPr>
            <a:r>
              <a:rPr lang="en-GB" sz="1800" dirty="0"/>
              <a:t>High BMI, neck sizes and waist sizes suggest the chosen cohort were at risk from obesity-related sleep disorders. Low sleep efficiency and decreased oxygen saturation indicated disturbances which lead to significant impairments and double the probability of a crash compared to well-rested individuals. The results confirmed the importance of including sleep data in ADB predicting ML models. </a:t>
            </a:r>
          </a:p>
          <a:p>
            <a:pPr algn="just">
              <a:lnSpc>
                <a:spcPct val="90000"/>
              </a:lnSpc>
              <a:spcAft>
                <a:spcPts val="1000"/>
              </a:spcAft>
            </a:pPr>
            <a:r>
              <a:rPr lang="en-GB" sz="1800" dirty="0"/>
              <a:t>A reduction in heart rate, significant increases in SDNN and RMSSD, and a decrease in the LF:HF ratio suggested a shift towards parasympathetic nervous system dominance which is responsible for promoting relaxation. This suggested that drivers experienced drowsy driving just before committing aberrant driving behaviour.</a:t>
            </a:r>
          </a:p>
          <a:p>
            <a:pPr algn="l">
              <a:lnSpc>
                <a:spcPct val="90000"/>
              </a:lnSpc>
              <a:spcAft>
                <a:spcPts val="600"/>
              </a:spcAft>
            </a:pPr>
            <a:endParaRPr lang="en-GB" sz="2400" dirty="0"/>
          </a:p>
          <a:p>
            <a:pPr algn="l">
              <a:lnSpc>
                <a:spcPct val="90000"/>
              </a:lnSpc>
            </a:pPr>
            <a:endParaRPr lang="en-GB" sz="2400" dirty="0"/>
          </a:p>
        </p:txBody>
      </p:sp>
      <p:cxnSp>
        <p:nvCxnSpPr>
          <p:cNvPr id="57" name="Straight Connector 56">
            <a:extLst>
              <a:ext uri="{FF2B5EF4-FFF2-40B4-BE49-F238E27FC236}">
                <a16:creationId xmlns:a16="http://schemas.microsoft.com/office/drawing/2014/main" id="{6EC3BE10-0C40-3D5B-B52F-1434FD6FA0D9}"/>
              </a:ext>
            </a:extLst>
          </p:cNvPr>
          <p:cNvCxnSpPr>
            <a:cxnSpLocks/>
          </p:cNvCxnSpPr>
          <p:nvPr/>
        </p:nvCxnSpPr>
        <p:spPr>
          <a:xfrm>
            <a:off x="22122120" y="10160786"/>
            <a:ext cx="6541454" cy="0"/>
          </a:xfrm>
          <a:prstGeom prst="line">
            <a:avLst/>
          </a:prstGeom>
          <a:ln w="50800">
            <a:solidFill>
              <a:schemeClr val="accent3"/>
            </a:solidFill>
          </a:ln>
        </p:spPr>
        <p:style>
          <a:lnRef idx="1">
            <a:schemeClr val="accent1"/>
          </a:lnRef>
          <a:fillRef idx="0">
            <a:schemeClr val="accent1"/>
          </a:fillRef>
          <a:effectRef idx="0">
            <a:schemeClr val="accent1"/>
          </a:effectRef>
          <a:fontRef idx="minor">
            <a:schemeClr val="tx1"/>
          </a:fontRef>
        </p:style>
      </p:cxnSp>
      <p:sp>
        <p:nvSpPr>
          <p:cNvPr id="61" name="Content Placeholder 2">
            <a:extLst>
              <a:ext uri="{FF2B5EF4-FFF2-40B4-BE49-F238E27FC236}">
                <a16:creationId xmlns:a16="http://schemas.microsoft.com/office/drawing/2014/main" id="{0ADF1B62-1566-BF7D-9B11-AD9DA9AD5952}"/>
              </a:ext>
            </a:extLst>
          </p:cNvPr>
          <p:cNvSpPr txBox="1">
            <a:spLocks/>
          </p:cNvSpPr>
          <p:nvPr/>
        </p:nvSpPr>
        <p:spPr>
          <a:xfrm>
            <a:off x="7633868" y="4972197"/>
            <a:ext cx="7078578" cy="5431622"/>
          </a:xfrm>
          <a:prstGeom prst="rect">
            <a:avLst/>
          </a:prstGeom>
        </p:spPr>
        <p:txBody>
          <a:bodyPr vert="horz" lIns="0" tIns="0" rIns="0" bIns="0" rtlCol="0">
            <a:noAutofit/>
          </a:bodyPr>
          <a:lstStyle>
            <a:lvl1pPr marL="0" indent="0" algn="l" defTabSz="3023148" rtl="0" eaLnBrk="1" latinLnBrk="0" hangingPunct="1">
              <a:lnSpc>
                <a:spcPct val="90000"/>
              </a:lnSpc>
              <a:spcBef>
                <a:spcPts val="0"/>
              </a:spcBef>
              <a:spcAft>
                <a:spcPts val="1836"/>
              </a:spcAft>
              <a:buFont typeface="Arial" panose="020B0604020202020204" pitchFamily="34" charset="0"/>
              <a:buNone/>
              <a:defRPr sz="1800" kern="1200">
                <a:solidFill>
                  <a:schemeClr val="tx1"/>
                </a:solidFill>
                <a:latin typeface="+mn-lt"/>
                <a:ea typeface="+mn-ea"/>
                <a:cs typeface="+mn-cs"/>
              </a:defRPr>
            </a:lvl1pPr>
            <a:lvl2pPr marL="0" indent="0" algn="l" defTabSz="3023148" rtl="0" eaLnBrk="1" latinLnBrk="0" hangingPunct="1">
              <a:lnSpc>
                <a:spcPct val="83000"/>
              </a:lnSpc>
              <a:spcBef>
                <a:spcPts val="0"/>
              </a:spcBef>
              <a:spcAft>
                <a:spcPts val="4520"/>
              </a:spcAft>
              <a:buFont typeface="Arial" panose="020B0604020202020204" pitchFamily="34" charset="0"/>
              <a:buNone/>
              <a:defRPr sz="5000" kern="1200">
                <a:solidFill>
                  <a:schemeClr val="tx1"/>
                </a:solidFill>
                <a:latin typeface="+mn-lt"/>
                <a:ea typeface="+mn-ea"/>
                <a:cs typeface="+mn-cs"/>
              </a:defRPr>
            </a:lvl2pPr>
            <a:lvl3pPr marL="0" indent="0" algn="l" defTabSz="3023148" rtl="0" eaLnBrk="1" latinLnBrk="0" hangingPunct="1">
              <a:lnSpc>
                <a:spcPct val="90000"/>
              </a:lnSpc>
              <a:spcBef>
                <a:spcPts val="0"/>
              </a:spcBef>
              <a:spcAft>
                <a:spcPts val="3320"/>
              </a:spcAft>
              <a:buFont typeface="Arial" panose="020B0604020202020204" pitchFamily="34" charset="0"/>
              <a:buNone/>
              <a:defRPr sz="3200" kern="1200">
                <a:solidFill>
                  <a:schemeClr val="tx1"/>
                </a:solidFill>
                <a:latin typeface="+mn-lt"/>
                <a:ea typeface="+mn-ea"/>
                <a:cs typeface="+mn-cs"/>
              </a:defRPr>
            </a:lvl3pPr>
            <a:lvl4pPr marL="0" indent="0" algn="l" defTabSz="3023148" rtl="0" eaLnBrk="1" latinLnBrk="0" hangingPunct="1">
              <a:lnSpc>
                <a:spcPct val="90000"/>
              </a:lnSpc>
              <a:spcBef>
                <a:spcPts val="0"/>
              </a:spcBef>
              <a:buFont typeface="Arial" panose="020B0604020202020204" pitchFamily="34" charset="0"/>
              <a:buNone/>
              <a:defRPr sz="2800" b="1" kern="1200">
                <a:solidFill>
                  <a:schemeClr val="accent3"/>
                </a:solidFill>
                <a:latin typeface="+mn-lt"/>
                <a:ea typeface="+mn-ea"/>
                <a:cs typeface="+mn-cs"/>
              </a:defRPr>
            </a:lvl4pPr>
            <a:lvl5pPr marL="0" indent="0" algn="l" defTabSz="3023148" rtl="0" eaLnBrk="1" latinLnBrk="0" hangingPunct="1">
              <a:lnSpc>
                <a:spcPct val="90000"/>
              </a:lnSpc>
              <a:spcBef>
                <a:spcPts val="0"/>
              </a:spcBef>
              <a:buFont typeface="Arial" panose="020B0604020202020204" pitchFamily="34" charset="0"/>
              <a:buNone/>
              <a:defRPr sz="2200" b="1" kern="1200">
                <a:solidFill>
                  <a:schemeClr val="tx1"/>
                </a:solidFill>
                <a:latin typeface="+mn-lt"/>
                <a:ea typeface="+mn-ea"/>
                <a:cs typeface="+mn-cs"/>
              </a:defRPr>
            </a:lvl5pPr>
            <a:lvl6pPr marL="0" indent="0" algn="l" defTabSz="3023148" rtl="0" eaLnBrk="1" latinLnBrk="0" hangingPunct="1">
              <a:lnSpc>
                <a:spcPct val="90000"/>
              </a:lnSpc>
              <a:spcBef>
                <a:spcPts val="0"/>
              </a:spcBef>
              <a:buFont typeface="Arial" panose="020B0604020202020204" pitchFamily="34" charset="0"/>
              <a:buNone/>
              <a:defRPr sz="2200" kern="1200">
                <a:solidFill>
                  <a:schemeClr val="tx1"/>
                </a:solidFill>
                <a:latin typeface="+mn-lt"/>
                <a:ea typeface="+mn-ea"/>
                <a:cs typeface="+mn-cs"/>
              </a:defRPr>
            </a:lvl6pPr>
            <a:lvl7pPr marL="0" indent="0" algn="l" defTabSz="3023148" rtl="0" eaLnBrk="1" latinLnBrk="0" hangingPunct="1">
              <a:lnSpc>
                <a:spcPct val="90000"/>
              </a:lnSpc>
              <a:spcBef>
                <a:spcPts val="0"/>
              </a:spcBef>
              <a:spcAft>
                <a:spcPts val="1836"/>
              </a:spcAft>
              <a:buFont typeface="Arial" panose="020B0604020202020204" pitchFamily="34" charset="0"/>
              <a:buNone/>
              <a:defRPr sz="1200" kern="1200" cap="all" baseline="0">
                <a:solidFill>
                  <a:schemeClr val="tx1"/>
                </a:solidFill>
                <a:latin typeface="+mn-lt"/>
                <a:ea typeface="+mn-ea"/>
                <a:cs typeface="+mn-cs"/>
              </a:defRPr>
            </a:lvl7pPr>
            <a:lvl8pPr marL="251639" indent="-251639" algn="l" defTabSz="3023148" rtl="0" eaLnBrk="1" latinLnBrk="0" hangingPunct="1">
              <a:lnSpc>
                <a:spcPct val="90000"/>
              </a:lnSpc>
              <a:spcBef>
                <a:spcPts val="0"/>
              </a:spcBef>
              <a:buClr>
                <a:schemeClr val="accent3"/>
              </a:buClr>
              <a:buFont typeface="Arial" panose="020B0604020202020204" pitchFamily="34" charset="0"/>
              <a:buChar char="•"/>
              <a:defRPr sz="1800" kern="1200">
                <a:solidFill>
                  <a:schemeClr val="tx1"/>
                </a:solidFill>
                <a:latin typeface="+mn-lt"/>
                <a:ea typeface="+mn-ea"/>
                <a:cs typeface="+mn-cs"/>
              </a:defRPr>
            </a:lvl8pPr>
            <a:lvl9pPr marL="503278" indent="-503278" algn="l" defTabSz="3023148" rtl="0" eaLnBrk="1" latinLnBrk="0" hangingPunct="1">
              <a:lnSpc>
                <a:spcPct val="90000"/>
              </a:lnSpc>
              <a:spcBef>
                <a:spcPts val="0"/>
              </a:spcBef>
              <a:buClr>
                <a:schemeClr val="accent4"/>
              </a:buClr>
              <a:buFont typeface="Arial" panose="020B0604020202020204" pitchFamily="34" charset="0"/>
              <a:buChar char="•"/>
              <a:defRPr sz="1800" kern="1200">
                <a:solidFill>
                  <a:schemeClr val="tx1"/>
                </a:solidFill>
                <a:latin typeface="+mn-lt"/>
                <a:ea typeface="+mn-ea"/>
                <a:cs typeface="+mn-cs"/>
              </a:defRPr>
            </a:lvl9pPr>
          </a:lstStyle>
          <a:p>
            <a:pPr lvl="1" algn="just">
              <a:spcAft>
                <a:spcPts val="1500"/>
              </a:spcAft>
            </a:pPr>
            <a:r>
              <a:rPr lang="en-GB" dirty="0"/>
              <a:t>Methodology</a:t>
            </a:r>
          </a:p>
          <a:p>
            <a:pPr lvl="2" algn="just">
              <a:lnSpc>
                <a:spcPct val="83000"/>
              </a:lnSpc>
              <a:spcAft>
                <a:spcPts val="1200"/>
              </a:spcAft>
            </a:pPr>
            <a:r>
              <a:rPr lang="en-GB" dirty="0">
                <a:solidFill>
                  <a:schemeClr val="accent3"/>
                </a:solidFill>
              </a:rPr>
              <a:t>30 taxi drivers </a:t>
            </a:r>
            <a:r>
              <a:rPr lang="en-GB" dirty="0"/>
              <a:t>were recruited from Taipei, Taiwan and tracked for 4 days to gather their </a:t>
            </a:r>
            <a:r>
              <a:rPr lang="en-GB" dirty="0">
                <a:solidFill>
                  <a:schemeClr val="accent3"/>
                </a:solidFill>
              </a:rPr>
              <a:t>heart rate </a:t>
            </a:r>
            <a:r>
              <a:rPr lang="en-GB" dirty="0"/>
              <a:t>and </a:t>
            </a:r>
            <a:r>
              <a:rPr lang="en-GB" dirty="0">
                <a:solidFill>
                  <a:schemeClr val="accent3"/>
                </a:solidFill>
              </a:rPr>
              <a:t>driving data.	</a:t>
            </a:r>
          </a:p>
          <a:p>
            <a:pPr lvl="2" algn="just">
              <a:spcAft>
                <a:spcPts val="1000"/>
              </a:spcAft>
            </a:pPr>
            <a:r>
              <a:rPr lang="en-GB" sz="1800" dirty="0"/>
              <a:t>The heart rate data were collected using a </a:t>
            </a:r>
            <a:r>
              <a:rPr lang="en-GB" sz="1800" dirty="0" err="1"/>
              <a:t>RootiRx</a:t>
            </a:r>
            <a:r>
              <a:rPr lang="en-GB" sz="1800" dirty="0"/>
              <a:t> chest patch which utilised electrocardiogram technology. The driving behaviour data was tracked with a mobile application using GPS. Questionnaires were collected to provide demographic information, polysomnography parameters and driver fatigue levels. Environmental factors were obtained from the Taiwan National Bureaus. Statistical analysis was performed, and prediction models for aberrant driving behaviour were developed. </a:t>
            </a:r>
          </a:p>
          <a:p>
            <a:pPr lvl="2" algn="just">
              <a:spcAft>
                <a:spcPts val="1000"/>
              </a:spcAft>
            </a:pPr>
            <a:r>
              <a:rPr lang="en-GB" sz="1800" dirty="0"/>
              <a:t>Live driving information, including speed, direction, acceleration, and position, was recorded during the driving sessions. ADB events were defined as follows:</a:t>
            </a:r>
          </a:p>
          <a:p>
            <a:pPr lvl="2"/>
            <a:endParaRPr lang="en-GB" sz="1800" dirty="0"/>
          </a:p>
        </p:txBody>
      </p:sp>
      <p:sp>
        <p:nvSpPr>
          <p:cNvPr id="68" name="Text Placeholder 7">
            <a:extLst>
              <a:ext uri="{FF2B5EF4-FFF2-40B4-BE49-F238E27FC236}">
                <a16:creationId xmlns:a16="http://schemas.microsoft.com/office/drawing/2014/main" id="{7CA39217-7A1F-C562-D341-68AEF16BBFE3}"/>
              </a:ext>
            </a:extLst>
          </p:cNvPr>
          <p:cNvSpPr txBox="1">
            <a:spLocks/>
          </p:cNvSpPr>
          <p:nvPr/>
        </p:nvSpPr>
        <p:spPr>
          <a:xfrm>
            <a:off x="502947" y="19993346"/>
            <a:ext cx="6288044" cy="257546"/>
          </a:xfrm>
          <a:prstGeom prst="rect">
            <a:avLst/>
          </a:prstGeom>
        </p:spPr>
        <p:txBody>
          <a:bodyPr vert="horz" lIns="0" tIns="0" rIns="0" bIns="0" rtlCol="0">
            <a:noAutofit/>
          </a:bodyPr>
          <a:lstStyle>
            <a:lvl1pPr marL="0" indent="0" algn="l" defTabSz="3023148" rtl="0" eaLnBrk="1" latinLnBrk="0" hangingPunct="1">
              <a:lnSpc>
                <a:spcPct val="90000"/>
              </a:lnSpc>
              <a:spcBef>
                <a:spcPts val="0"/>
              </a:spcBef>
              <a:spcAft>
                <a:spcPts val="0"/>
              </a:spcAft>
              <a:buFont typeface="Arial" panose="020B0604020202020204" pitchFamily="34" charset="0"/>
              <a:buNone/>
              <a:defRPr sz="1271" i="1" kern="1200">
                <a:solidFill>
                  <a:schemeClr val="tx1"/>
                </a:solidFill>
                <a:latin typeface="+mn-lt"/>
                <a:ea typeface="+mn-ea"/>
                <a:cs typeface="+mn-cs"/>
              </a:defRPr>
            </a:lvl1pPr>
            <a:lvl2pPr marL="0" indent="0" algn="l" defTabSz="3023148" rtl="0" eaLnBrk="1" latinLnBrk="0" hangingPunct="1">
              <a:lnSpc>
                <a:spcPct val="83000"/>
              </a:lnSpc>
              <a:spcBef>
                <a:spcPts val="0"/>
              </a:spcBef>
              <a:spcAft>
                <a:spcPts val="4520"/>
              </a:spcAft>
              <a:buFont typeface="Arial" panose="020B0604020202020204" pitchFamily="34" charset="0"/>
              <a:buNone/>
              <a:defRPr sz="5000" kern="1200">
                <a:solidFill>
                  <a:schemeClr val="tx1"/>
                </a:solidFill>
                <a:latin typeface="+mn-lt"/>
                <a:ea typeface="+mn-ea"/>
                <a:cs typeface="+mn-cs"/>
              </a:defRPr>
            </a:lvl2pPr>
            <a:lvl3pPr marL="0" indent="0" algn="l" defTabSz="3023148" rtl="0" eaLnBrk="1" latinLnBrk="0" hangingPunct="1">
              <a:lnSpc>
                <a:spcPct val="90000"/>
              </a:lnSpc>
              <a:spcBef>
                <a:spcPts val="0"/>
              </a:spcBef>
              <a:spcAft>
                <a:spcPts val="3320"/>
              </a:spcAft>
              <a:buFont typeface="Arial" panose="020B0604020202020204" pitchFamily="34" charset="0"/>
              <a:buNone/>
              <a:defRPr sz="3200" kern="1200">
                <a:solidFill>
                  <a:schemeClr val="tx1"/>
                </a:solidFill>
                <a:latin typeface="+mn-lt"/>
                <a:ea typeface="+mn-ea"/>
                <a:cs typeface="+mn-cs"/>
              </a:defRPr>
            </a:lvl3pPr>
            <a:lvl4pPr marL="0" indent="0" algn="l" defTabSz="3023148" rtl="0" eaLnBrk="1" latinLnBrk="0" hangingPunct="1">
              <a:lnSpc>
                <a:spcPct val="90000"/>
              </a:lnSpc>
              <a:spcBef>
                <a:spcPts val="0"/>
              </a:spcBef>
              <a:buFont typeface="Arial" panose="020B0604020202020204" pitchFamily="34" charset="0"/>
              <a:buNone/>
              <a:defRPr sz="2800" b="1" kern="1200">
                <a:solidFill>
                  <a:schemeClr val="accent3"/>
                </a:solidFill>
                <a:latin typeface="+mn-lt"/>
                <a:ea typeface="+mn-ea"/>
                <a:cs typeface="+mn-cs"/>
              </a:defRPr>
            </a:lvl4pPr>
            <a:lvl5pPr marL="0" indent="0" algn="l" defTabSz="3023148" rtl="0" eaLnBrk="1" latinLnBrk="0" hangingPunct="1">
              <a:lnSpc>
                <a:spcPct val="90000"/>
              </a:lnSpc>
              <a:spcBef>
                <a:spcPts val="0"/>
              </a:spcBef>
              <a:buFont typeface="Arial" panose="020B0604020202020204" pitchFamily="34" charset="0"/>
              <a:buNone/>
              <a:defRPr sz="2200" b="1" kern="1200">
                <a:solidFill>
                  <a:schemeClr val="tx1"/>
                </a:solidFill>
                <a:latin typeface="+mn-lt"/>
                <a:ea typeface="+mn-ea"/>
                <a:cs typeface="+mn-cs"/>
              </a:defRPr>
            </a:lvl5pPr>
            <a:lvl6pPr marL="0" indent="0" algn="l" defTabSz="3023148" rtl="0" eaLnBrk="1" latinLnBrk="0" hangingPunct="1">
              <a:lnSpc>
                <a:spcPct val="90000"/>
              </a:lnSpc>
              <a:spcBef>
                <a:spcPts val="0"/>
              </a:spcBef>
              <a:buFont typeface="Arial" panose="020B0604020202020204" pitchFamily="34" charset="0"/>
              <a:buNone/>
              <a:defRPr sz="2200" kern="1200">
                <a:solidFill>
                  <a:schemeClr val="tx1"/>
                </a:solidFill>
                <a:latin typeface="+mn-lt"/>
                <a:ea typeface="+mn-ea"/>
                <a:cs typeface="+mn-cs"/>
              </a:defRPr>
            </a:lvl6pPr>
            <a:lvl7pPr marL="0" indent="0" algn="l" defTabSz="3023148" rtl="0" eaLnBrk="1" latinLnBrk="0" hangingPunct="1">
              <a:lnSpc>
                <a:spcPct val="90000"/>
              </a:lnSpc>
              <a:spcBef>
                <a:spcPts val="0"/>
              </a:spcBef>
              <a:spcAft>
                <a:spcPts val="1836"/>
              </a:spcAft>
              <a:buFont typeface="Arial" panose="020B0604020202020204" pitchFamily="34" charset="0"/>
              <a:buNone/>
              <a:defRPr sz="1200" kern="1200" cap="all" baseline="0">
                <a:solidFill>
                  <a:schemeClr val="tx1"/>
                </a:solidFill>
                <a:latin typeface="+mn-lt"/>
                <a:ea typeface="+mn-ea"/>
                <a:cs typeface="+mn-cs"/>
              </a:defRPr>
            </a:lvl7pPr>
            <a:lvl8pPr marL="251639" indent="-251639" algn="l" defTabSz="3023148" rtl="0" eaLnBrk="1" latinLnBrk="0" hangingPunct="1">
              <a:lnSpc>
                <a:spcPct val="90000"/>
              </a:lnSpc>
              <a:spcBef>
                <a:spcPts val="0"/>
              </a:spcBef>
              <a:buClr>
                <a:schemeClr val="accent3"/>
              </a:buClr>
              <a:buFont typeface="Arial" panose="020B0604020202020204" pitchFamily="34" charset="0"/>
              <a:buChar char="•"/>
              <a:defRPr sz="1800" kern="1200">
                <a:solidFill>
                  <a:schemeClr val="tx1"/>
                </a:solidFill>
                <a:latin typeface="+mn-lt"/>
                <a:ea typeface="+mn-ea"/>
                <a:cs typeface="+mn-cs"/>
              </a:defRPr>
            </a:lvl8pPr>
            <a:lvl9pPr marL="503278" indent="-503278" algn="l" defTabSz="3023148" rtl="0" eaLnBrk="1" latinLnBrk="0" hangingPunct="1">
              <a:lnSpc>
                <a:spcPct val="90000"/>
              </a:lnSpc>
              <a:spcBef>
                <a:spcPts val="0"/>
              </a:spcBef>
              <a:buClr>
                <a:schemeClr val="accent4"/>
              </a:buClr>
              <a:buFont typeface="Arial" panose="020B0604020202020204" pitchFamily="34" charset="0"/>
              <a:buChar char="•"/>
              <a:defRPr sz="1800" kern="1200">
                <a:solidFill>
                  <a:schemeClr val="tx1"/>
                </a:solidFill>
                <a:latin typeface="+mn-lt"/>
                <a:ea typeface="+mn-ea"/>
                <a:cs typeface="+mn-cs"/>
              </a:defRPr>
            </a:lvl9pPr>
          </a:lstStyle>
          <a:p>
            <a:r>
              <a:rPr lang="en-GB" dirty="0"/>
              <a:t>Flowchart of the data collection for the study</a:t>
            </a:r>
          </a:p>
        </p:txBody>
      </p:sp>
      <p:sp>
        <p:nvSpPr>
          <p:cNvPr id="75" name="Text Placeholder 9">
            <a:extLst>
              <a:ext uri="{FF2B5EF4-FFF2-40B4-BE49-F238E27FC236}">
                <a16:creationId xmlns:a16="http://schemas.microsoft.com/office/drawing/2014/main" id="{FD30F91D-A2FC-AE8C-B2E7-AFB91C7D0558}"/>
              </a:ext>
            </a:extLst>
          </p:cNvPr>
          <p:cNvSpPr txBox="1">
            <a:spLocks/>
          </p:cNvSpPr>
          <p:nvPr/>
        </p:nvSpPr>
        <p:spPr>
          <a:xfrm>
            <a:off x="15252655" y="16908221"/>
            <a:ext cx="6551789" cy="253942"/>
          </a:xfrm>
          <a:prstGeom prst="rect">
            <a:avLst/>
          </a:prstGeom>
        </p:spPr>
        <p:txBody>
          <a:bodyPr vert="horz" lIns="0" tIns="0" rIns="0" bIns="0" rtlCol="0">
            <a:noAutofit/>
          </a:bodyPr>
          <a:lstStyle>
            <a:lvl1pPr marL="0" indent="0" algn="l" defTabSz="3023148" rtl="0" eaLnBrk="1" latinLnBrk="0" hangingPunct="1">
              <a:lnSpc>
                <a:spcPct val="90000"/>
              </a:lnSpc>
              <a:spcBef>
                <a:spcPts val="0"/>
              </a:spcBef>
              <a:spcAft>
                <a:spcPts val="0"/>
              </a:spcAft>
              <a:buFont typeface="Arial" panose="020B0604020202020204" pitchFamily="34" charset="0"/>
              <a:buNone/>
              <a:defRPr sz="1271" i="1" kern="1200">
                <a:solidFill>
                  <a:schemeClr val="tx1"/>
                </a:solidFill>
                <a:latin typeface="+mn-lt"/>
                <a:ea typeface="+mn-ea"/>
                <a:cs typeface="+mn-cs"/>
              </a:defRPr>
            </a:lvl1pPr>
            <a:lvl2pPr marL="0" indent="0" algn="l" defTabSz="3023148" rtl="0" eaLnBrk="1" latinLnBrk="0" hangingPunct="1">
              <a:lnSpc>
                <a:spcPct val="83000"/>
              </a:lnSpc>
              <a:spcBef>
                <a:spcPts val="0"/>
              </a:spcBef>
              <a:spcAft>
                <a:spcPts val="4520"/>
              </a:spcAft>
              <a:buFont typeface="Arial" panose="020B0604020202020204" pitchFamily="34" charset="0"/>
              <a:buNone/>
              <a:defRPr sz="5000" kern="1200">
                <a:solidFill>
                  <a:schemeClr val="tx1"/>
                </a:solidFill>
                <a:latin typeface="+mn-lt"/>
                <a:ea typeface="+mn-ea"/>
                <a:cs typeface="+mn-cs"/>
              </a:defRPr>
            </a:lvl2pPr>
            <a:lvl3pPr marL="0" indent="0" algn="l" defTabSz="3023148" rtl="0" eaLnBrk="1" latinLnBrk="0" hangingPunct="1">
              <a:lnSpc>
                <a:spcPct val="90000"/>
              </a:lnSpc>
              <a:spcBef>
                <a:spcPts val="0"/>
              </a:spcBef>
              <a:spcAft>
                <a:spcPts val="3320"/>
              </a:spcAft>
              <a:buFont typeface="Arial" panose="020B0604020202020204" pitchFamily="34" charset="0"/>
              <a:buNone/>
              <a:defRPr sz="3200" kern="1200">
                <a:solidFill>
                  <a:schemeClr val="tx1"/>
                </a:solidFill>
                <a:latin typeface="+mn-lt"/>
                <a:ea typeface="+mn-ea"/>
                <a:cs typeface="+mn-cs"/>
              </a:defRPr>
            </a:lvl3pPr>
            <a:lvl4pPr marL="0" indent="0" algn="l" defTabSz="3023148" rtl="0" eaLnBrk="1" latinLnBrk="0" hangingPunct="1">
              <a:lnSpc>
                <a:spcPct val="90000"/>
              </a:lnSpc>
              <a:spcBef>
                <a:spcPts val="0"/>
              </a:spcBef>
              <a:buFont typeface="Arial" panose="020B0604020202020204" pitchFamily="34" charset="0"/>
              <a:buNone/>
              <a:defRPr sz="2800" b="1" kern="1200">
                <a:solidFill>
                  <a:schemeClr val="accent3"/>
                </a:solidFill>
                <a:latin typeface="+mn-lt"/>
                <a:ea typeface="+mn-ea"/>
                <a:cs typeface="+mn-cs"/>
              </a:defRPr>
            </a:lvl4pPr>
            <a:lvl5pPr marL="0" indent="0" algn="l" defTabSz="3023148" rtl="0" eaLnBrk="1" latinLnBrk="0" hangingPunct="1">
              <a:lnSpc>
                <a:spcPct val="90000"/>
              </a:lnSpc>
              <a:spcBef>
                <a:spcPts val="0"/>
              </a:spcBef>
              <a:buFont typeface="Arial" panose="020B0604020202020204" pitchFamily="34" charset="0"/>
              <a:buNone/>
              <a:defRPr sz="2200" b="1" kern="1200">
                <a:solidFill>
                  <a:schemeClr val="tx1"/>
                </a:solidFill>
                <a:latin typeface="+mn-lt"/>
                <a:ea typeface="+mn-ea"/>
                <a:cs typeface="+mn-cs"/>
              </a:defRPr>
            </a:lvl5pPr>
            <a:lvl6pPr marL="0" indent="0" algn="l" defTabSz="3023148" rtl="0" eaLnBrk="1" latinLnBrk="0" hangingPunct="1">
              <a:lnSpc>
                <a:spcPct val="90000"/>
              </a:lnSpc>
              <a:spcBef>
                <a:spcPts val="0"/>
              </a:spcBef>
              <a:buFont typeface="Arial" panose="020B0604020202020204" pitchFamily="34" charset="0"/>
              <a:buNone/>
              <a:defRPr sz="2200" kern="1200">
                <a:solidFill>
                  <a:schemeClr val="tx1"/>
                </a:solidFill>
                <a:latin typeface="+mn-lt"/>
                <a:ea typeface="+mn-ea"/>
                <a:cs typeface="+mn-cs"/>
              </a:defRPr>
            </a:lvl6pPr>
            <a:lvl7pPr marL="0" indent="0" algn="l" defTabSz="3023148" rtl="0" eaLnBrk="1" latinLnBrk="0" hangingPunct="1">
              <a:lnSpc>
                <a:spcPct val="90000"/>
              </a:lnSpc>
              <a:spcBef>
                <a:spcPts val="0"/>
              </a:spcBef>
              <a:spcAft>
                <a:spcPts val="1836"/>
              </a:spcAft>
              <a:buFont typeface="Arial" panose="020B0604020202020204" pitchFamily="34" charset="0"/>
              <a:buNone/>
              <a:defRPr sz="1200" kern="1200" cap="all" baseline="0">
                <a:solidFill>
                  <a:schemeClr val="tx1"/>
                </a:solidFill>
                <a:latin typeface="+mn-lt"/>
                <a:ea typeface="+mn-ea"/>
                <a:cs typeface="+mn-cs"/>
              </a:defRPr>
            </a:lvl7pPr>
            <a:lvl8pPr marL="251639" indent="-251639" algn="l" defTabSz="3023148" rtl="0" eaLnBrk="1" latinLnBrk="0" hangingPunct="1">
              <a:lnSpc>
                <a:spcPct val="90000"/>
              </a:lnSpc>
              <a:spcBef>
                <a:spcPts val="0"/>
              </a:spcBef>
              <a:buClr>
                <a:schemeClr val="accent3"/>
              </a:buClr>
              <a:buFont typeface="Arial" panose="020B0604020202020204" pitchFamily="34" charset="0"/>
              <a:buChar char="•"/>
              <a:defRPr sz="1800" kern="1200">
                <a:solidFill>
                  <a:schemeClr val="tx1"/>
                </a:solidFill>
                <a:latin typeface="+mn-lt"/>
                <a:ea typeface="+mn-ea"/>
                <a:cs typeface="+mn-cs"/>
              </a:defRPr>
            </a:lvl8pPr>
            <a:lvl9pPr marL="503278" indent="-503278" algn="l" defTabSz="3023148" rtl="0" eaLnBrk="1" latinLnBrk="0" hangingPunct="1">
              <a:lnSpc>
                <a:spcPct val="90000"/>
              </a:lnSpc>
              <a:spcBef>
                <a:spcPts val="0"/>
              </a:spcBef>
              <a:buClr>
                <a:schemeClr val="accent4"/>
              </a:buClr>
              <a:buFont typeface="Arial" panose="020B0604020202020204" pitchFamily="34" charset="0"/>
              <a:buChar char="•"/>
              <a:defRPr sz="1800" kern="1200">
                <a:solidFill>
                  <a:schemeClr val="tx1"/>
                </a:solidFill>
                <a:latin typeface="+mn-lt"/>
                <a:ea typeface="+mn-ea"/>
                <a:cs typeface="+mn-cs"/>
              </a:defRPr>
            </a:lvl9pPr>
          </a:lstStyle>
          <a:p>
            <a:r>
              <a:rPr lang="en-GB" dirty="0"/>
              <a:t>Figure to show the HRV parameters comparison.</a:t>
            </a:r>
          </a:p>
        </p:txBody>
      </p:sp>
      <p:sp>
        <p:nvSpPr>
          <p:cNvPr id="77" name="TextBox 76">
            <a:extLst>
              <a:ext uri="{FF2B5EF4-FFF2-40B4-BE49-F238E27FC236}">
                <a16:creationId xmlns:a16="http://schemas.microsoft.com/office/drawing/2014/main" id="{C3C4AD9E-64F6-F5A4-34D1-FE8A512103D7}"/>
              </a:ext>
            </a:extLst>
          </p:cNvPr>
          <p:cNvSpPr txBox="1"/>
          <p:nvPr/>
        </p:nvSpPr>
        <p:spPr>
          <a:xfrm>
            <a:off x="26284136" y="10691812"/>
            <a:ext cx="58366" cy="45719"/>
          </a:xfrm>
          <a:prstGeom prst="rect">
            <a:avLst/>
          </a:prstGeom>
          <a:noFill/>
        </p:spPr>
        <p:txBody>
          <a:bodyPr wrap="square" lIns="0" tIns="0" rIns="0" bIns="0" rtlCol="0">
            <a:noAutofit/>
          </a:bodyPr>
          <a:lstStyle/>
          <a:p>
            <a:pPr algn="l">
              <a:lnSpc>
                <a:spcPct val="90000"/>
              </a:lnSpc>
            </a:pPr>
            <a:endParaRPr lang="en-GB" sz="2400" dirty="0"/>
          </a:p>
        </p:txBody>
      </p:sp>
      <p:sp>
        <p:nvSpPr>
          <p:cNvPr id="78" name="TextBox 77">
            <a:extLst>
              <a:ext uri="{FF2B5EF4-FFF2-40B4-BE49-F238E27FC236}">
                <a16:creationId xmlns:a16="http://schemas.microsoft.com/office/drawing/2014/main" id="{D0EB719D-0AD9-C942-AFC0-9CF4C160B6E9}"/>
              </a:ext>
            </a:extLst>
          </p:cNvPr>
          <p:cNvSpPr txBox="1"/>
          <p:nvPr/>
        </p:nvSpPr>
        <p:spPr>
          <a:xfrm>
            <a:off x="22122120" y="8733826"/>
            <a:ext cx="7687632" cy="655983"/>
          </a:xfrm>
          <a:prstGeom prst="rect">
            <a:avLst/>
          </a:prstGeom>
          <a:noFill/>
        </p:spPr>
        <p:txBody>
          <a:bodyPr wrap="square" lIns="0" tIns="0" rIns="0" bIns="0" rtlCol="0">
            <a:noAutofit/>
          </a:bodyPr>
          <a:lstStyle/>
          <a:p>
            <a:pPr algn="just">
              <a:lnSpc>
                <a:spcPct val="90000"/>
              </a:lnSpc>
              <a:spcAft>
                <a:spcPts val="1000"/>
              </a:spcAft>
            </a:pPr>
            <a:r>
              <a:rPr lang="en-GB" sz="1800" dirty="0"/>
              <a:t>The Shapley values highlighted the importance of previous night’s sleep data in predicting aberrant driving behaviour. The LF:HF ratio was the most important HRV parameter.</a:t>
            </a:r>
          </a:p>
          <a:p>
            <a:endParaRPr lang="en-GB" sz="2400" dirty="0"/>
          </a:p>
        </p:txBody>
      </p:sp>
      <p:sp>
        <p:nvSpPr>
          <p:cNvPr id="80" name="TextBox 79">
            <a:extLst>
              <a:ext uri="{FF2B5EF4-FFF2-40B4-BE49-F238E27FC236}">
                <a16:creationId xmlns:a16="http://schemas.microsoft.com/office/drawing/2014/main" id="{D57FB216-E9FC-C849-B538-EDD9B9CB4E4B}"/>
              </a:ext>
            </a:extLst>
          </p:cNvPr>
          <p:cNvSpPr txBox="1"/>
          <p:nvPr/>
        </p:nvSpPr>
        <p:spPr>
          <a:xfrm>
            <a:off x="22055894" y="16766748"/>
            <a:ext cx="7687632" cy="4068055"/>
          </a:xfrm>
          <a:prstGeom prst="rect">
            <a:avLst/>
          </a:prstGeom>
          <a:noFill/>
        </p:spPr>
        <p:txBody>
          <a:bodyPr wrap="square" lIns="0" tIns="0" rIns="0" bIns="0" rtlCol="0">
            <a:noAutofit/>
          </a:bodyPr>
          <a:lstStyle/>
          <a:p>
            <a:pPr>
              <a:lnSpc>
                <a:spcPct val="83000"/>
              </a:lnSpc>
              <a:spcAft>
                <a:spcPts val="1000"/>
              </a:spcAft>
            </a:pPr>
            <a:r>
              <a:rPr lang="en-GB" sz="5000" dirty="0"/>
              <a:t>Conclusion</a:t>
            </a:r>
          </a:p>
          <a:p>
            <a:pPr algn="just">
              <a:lnSpc>
                <a:spcPct val="90000"/>
              </a:lnSpc>
              <a:spcAft>
                <a:spcPts val="1000"/>
              </a:spcAft>
            </a:pPr>
            <a:r>
              <a:rPr lang="en-GB" sz="1800" b="0" i="0" u="none" strike="noStrike" baseline="0" dirty="0"/>
              <a:t>In conclusion, this study successfully met its aims and demonstrated the effectiveness of utilising previous night sleep data and HRV parameters for predicting ADB. </a:t>
            </a:r>
          </a:p>
          <a:p>
            <a:pPr algn="just">
              <a:lnSpc>
                <a:spcPct val="90000"/>
              </a:lnSpc>
              <a:spcAft>
                <a:spcPts val="1000"/>
              </a:spcAft>
            </a:pPr>
            <a:r>
              <a:rPr lang="en-GB" sz="1800" b="0" i="0" u="none" strike="noStrike" baseline="0" dirty="0"/>
              <a:t>The developed machine learning models, particularly the XGB model, exhibited 97.9% test accuracy and showcased their potential for real-world application. </a:t>
            </a:r>
          </a:p>
          <a:p>
            <a:pPr algn="just">
              <a:lnSpc>
                <a:spcPct val="90000"/>
              </a:lnSpc>
              <a:spcAft>
                <a:spcPts val="1000"/>
              </a:spcAft>
            </a:pPr>
            <a:r>
              <a:rPr lang="en-GB" sz="1800" b="0" i="0" u="none" strike="noStrike" baseline="0" dirty="0"/>
              <a:t>By achieving these aims, this research significantly contributes to the field of driver fatigue detection, providing valuable insights for the development of systems aimed at reducing the occurrence of aberrant driving behaviour.</a:t>
            </a:r>
            <a:endParaRPr lang="en-GB" sz="1800" dirty="0"/>
          </a:p>
          <a:p>
            <a:pPr algn="l">
              <a:lnSpc>
                <a:spcPct val="90000"/>
              </a:lnSpc>
            </a:pPr>
            <a:endParaRPr lang="en-GB" sz="2400" dirty="0"/>
          </a:p>
        </p:txBody>
      </p:sp>
      <p:cxnSp>
        <p:nvCxnSpPr>
          <p:cNvPr id="81" name="Straight Connector 80">
            <a:extLst>
              <a:ext uri="{FF2B5EF4-FFF2-40B4-BE49-F238E27FC236}">
                <a16:creationId xmlns:a16="http://schemas.microsoft.com/office/drawing/2014/main" id="{77618543-F004-9AAC-A380-A6DC0C05B339}"/>
              </a:ext>
            </a:extLst>
          </p:cNvPr>
          <p:cNvCxnSpPr>
            <a:cxnSpLocks/>
          </p:cNvCxnSpPr>
          <p:nvPr/>
        </p:nvCxnSpPr>
        <p:spPr>
          <a:xfrm>
            <a:off x="22092349" y="17359322"/>
            <a:ext cx="6541454" cy="0"/>
          </a:xfrm>
          <a:prstGeom prst="line">
            <a:avLst/>
          </a:prstGeom>
          <a:ln w="50800">
            <a:solidFill>
              <a:schemeClr val="accent3"/>
            </a:solidFill>
          </a:ln>
        </p:spPr>
        <p:style>
          <a:lnRef idx="1">
            <a:schemeClr val="accent1"/>
          </a:lnRef>
          <a:fillRef idx="0">
            <a:schemeClr val="accent1"/>
          </a:fillRef>
          <a:effectRef idx="0">
            <a:schemeClr val="accent1"/>
          </a:effectRef>
          <a:fontRef idx="minor">
            <a:schemeClr val="tx1"/>
          </a:fontRef>
        </p:style>
      </p:cxnSp>
      <p:sp>
        <p:nvSpPr>
          <p:cNvPr id="82" name="Text Placeholder 9">
            <a:extLst>
              <a:ext uri="{FF2B5EF4-FFF2-40B4-BE49-F238E27FC236}">
                <a16:creationId xmlns:a16="http://schemas.microsoft.com/office/drawing/2014/main" id="{FF3D8D4D-BC30-6C9A-70F5-A013D4A9CF7B}"/>
              </a:ext>
            </a:extLst>
          </p:cNvPr>
          <p:cNvSpPr txBox="1">
            <a:spLocks/>
          </p:cNvSpPr>
          <p:nvPr/>
        </p:nvSpPr>
        <p:spPr>
          <a:xfrm>
            <a:off x="22159608" y="16378284"/>
            <a:ext cx="6551789" cy="253942"/>
          </a:xfrm>
          <a:prstGeom prst="rect">
            <a:avLst/>
          </a:prstGeom>
        </p:spPr>
        <p:txBody>
          <a:bodyPr vert="horz" lIns="0" tIns="0" rIns="0" bIns="0" rtlCol="0">
            <a:noAutofit/>
          </a:bodyPr>
          <a:lstStyle>
            <a:lvl1pPr marL="0" indent="0" algn="l" defTabSz="3023148" rtl="0" eaLnBrk="1" latinLnBrk="0" hangingPunct="1">
              <a:lnSpc>
                <a:spcPct val="90000"/>
              </a:lnSpc>
              <a:spcBef>
                <a:spcPts val="0"/>
              </a:spcBef>
              <a:spcAft>
                <a:spcPts val="0"/>
              </a:spcAft>
              <a:buFont typeface="Arial" panose="020B0604020202020204" pitchFamily="34" charset="0"/>
              <a:buNone/>
              <a:defRPr sz="1271" i="1" kern="1200">
                <a:solidFill>
                  <a:schemeClr val="tx1"/>
                </a:solidFill>
                <a:latin typeface="+mn-lt"/>
                <a:ea typeface="+mn-ea"/>
                <a:cs typeface="+mn-cs"/>
              </a:defRPr>
            </a:lvl1pPr>
            <a:lvl2pPr marL="0" indent="0" algn="l" defTabSz="3023148" rtl="0" eaLnBrk="1" latinLnBrk="0" hangingPunct="1">
              <a:lnSpc>
                <a:spcPct val="83000"/>
              </a:lnSpc>
              <a:spcBef>
                <a:spcPts val="0"/>
              </a:spcBef>
              <a:spcAft>
                <a:spcPts val="4520"/>
              </a:spcAft>
              <a:buFont typeface="Arial" panose="020B0604020202020204" pitchFamily="34" charset="0"/>
              <a:buNone/>
              <a:defRPr sz="5000" kern="1200">
                <a:solidFill>
                  <a:schemeClr val="tx1"/>
                </a:solidFill>
                <a:latin typeface="+mn-lt"/>
                <a:ea typeface="+mn-ea"/>
                <a:cs typeface="+mn-cs"/>
              </a:defRPr>
            </a:lvl2pPr>
            <a:lvl3pPr marL="0" indent="0" algn="l" defTabSz="3023148" rtl="0" eaLnBrk="1" latinLnBrk="0" hangingPunct="1">
              <a:lnSpc>
                <a:spcPct val="90000"/>
              </a:lnSpc>
              <a:spcBef>
                <a:spcPts val="0"/>
              </a:spcBef>
              <a:spcAft>
                <a:spcPts val="3320"/>
              </a:spcAft>
              <a:buFont typeface="Arial" panose="020B0604020202020204" pitchFamily="34" charset="0"/>
              <a:buNone/>
              <a:defRPr sz="3200" kern="1200">
                <a:solidFill>
                  <a:schemeClr val="tx1"/>
                </a:solidFill>
                <a:latin typeface="+mn-lt"/>
                <a:ea typeface="+mn-ea"/>
                <a:cs typeface="+mn-cs"/>
              </a:defRPr>
            </a:lvl3pPr>
            <a:lvl4pPr marL="0" indent="0" algn="l" defTabSz="3023148" rtl="0" eaLnBrk="1" latinLnBrk="0" hangingPunct="1">
              <a:lnSpc>
                <a:spcPct val="90000"/>
              </a:lnSpc>
              <a:spcBef>
                <a:spcPts val="0"/>
              </a:spcBef>
              <a:buFont typeface="Arial" panose="020B0604020202020204" pitchFamily="34" charset="0"/>
              <a:buNone/>
              <a:defRPr sz="2800" b="1" kern="1200">
                <a:solidFill>
                  <a:schemeClr val="accent3"/>
                </a:solidFill>
                <a:latin typeface="+mn-lt"/>
                <a:ea typeface="+mn-ea"/>
                <a:cs typeface="+mn-cs"/>
              </a:defRPr>
            </a:lvl4pPr>
            <a:lvl5pPr marL="0" indent="0" algn="l" defTabSz="3023148" rtl="0" eaLnBrk="1" latinLnBrk="0" hangingPunct="1">
              <a:lnSpc>
                <a:spcPct val="90000"/>
              </a:lnSpc>
              <a:spcBef>
                <a:spcPts val="0"/>
              </a:spcBef>
              <a:buFont typeface="Arial" panose="020B0604020202020204" pitchFamily="34" charset="0"/>
              <a:buNone/>
              <a:defRPr sz="2200" b="1" kern="1200">
                <a:solidFill>
                  <a:schemeClr val="tx1"/>
                </a:solidFill>
                <a:latin typeface="+mn-lt"/>
                <a:ea typeface="+mn-ea"/>
                <a:cs typeface="+mn-cs"/>
              </a:defRPr>
            </a:lvl5pPr>
            <a:lvl6pPr marL="0" indent="0" algn="l" defTabSz="3023148" rtl="0" eaLnBrk="1" latinLnBrk="0" hangingPunct="1">
              <a:lnSpc>
                <a:spcPct val="90000"/>
              </a:lnSpc>
              <a:spcBef>
                <a:spcPts val="0"/>
              </a:spcBef>
              <a:buFont typeface="Arial" panose="020B0604020202020204" pitchFamily="34" charset="0"/>
              <a:buNone/>
              <a:defRPr sz="2200" kern="1200">
                <a:solidFill>
                  <a:schemeClr val="tx1"/>
                </a:solidFill>
                <a:latin typeface="+mn-lt"/>
                <a:ea typeface="+mn-ea"/>
                <a:cs typeface="+mn-cs"/>
              </a:defRPr>
            </a:lvl6pPr>
            <a:lvl7pPr marL="0" indent="0" algn="l" defTabSz="3023148" rtl="0" eaLnBrk="1" latinLnBrk="0" hangingPunct="1">
              <a:lnSpc>
                <a:spcPct val="90000"/>
              </a:lnSpc>
              <a:spcBef>
                <a:spcPts val="0"/>
              </a:spcBef>
              <a:spcAft>
                <a:spcPts val="1836"/>
              </a:spcAft>
              <a:buFont typeface="Arial" panose="020B0604020202020204" pitchFamily="34" charset="0"/>
              <a:buNone/>
              <a:defRPr sz="1200" kern="1200" cap="all" baseline="0">
                <a:solidFill>
                  <a:schemeClr val="tx1"/>
                </a:solidFill>
                <a:latin typeface="+mn-lt"/>
                <a:ea typeface="+mn-ea"/>
                <a:cs typeface="+mn-cs"/>
              </a:defRPr>
            </a:lvl7pPr>
            <a:lvl8pPr marL="251639" indent="-251639" algn="l" defTabSz="3023148" rtl="0" eaLnBrk="1" latinLnBrk="0" hangingPunct="1">
              <a:lnSpc>
                <a:spcPct val="90000"/>
              </a:lnSpc>
              <a:spcBef>
                <a:spcPts val="0"/>
              </a:spcBef>
              <a:buClr>
                <a:schemeClr val="accent3"/>
              </a:buClr>
              <a:buFont typeface="Arial" panose="020B0604020202020204" pitchFamily="34" charset="0"/>
              <a:buChar char="•"/>
              <a:defRPr sz="1800" kern="1200">
                <a:solidFill>
                  <a:schemeClr val="tx1"/>
                </a:solidFill>
                <a:latin typeface="+mn-lt"/>
                <a:ea typeface="+mn-ea"/>
                <a:cs typeface="+mn-cs"/>
              </a:defRPr>
            </a:lvl8pPr>
            <a:lvl9pPr marL="503278" indent="-503278" algn="l" defTabSz="3023148" rtl="0" eaLnBrk="1" latinLnBrk="0" hangingPunct="1">
              <a:lnSpc>
                <a:spcPct val="90000"/>
              </a:lnSpc>
              <a:spcBef>
                <a:spcPts val="0"/>
              </a:spcBef>
              <a:buClr>
                <a:schemeClr val="accent4"/>
              </a:buClr>
              <a:buFont typeface="Arial" panose="020B0604020202020204" pitchFamily="34" charset="0"/>
              <a:buChar char="•"/>
              <a:defRPr sz="1800" kern="1200">
                <a:solidFill>
                  <a:schemeClr val="tx1"/>
                </a:solidFill>
                <a:latin typeface="+mn-lt"/>
                <a:ea typeface="+mn-ea"/>
                <a:cs typeface="+mn-cs"/>
              </a:defRPr>
            </a:lvl9pPr>
          </a:lstStyle>
          <a:p>
            <a:r>
              <a:rPr lang="en-GB" dirty="0"/>
              <a:t>Density scatter plot of Shapley values for feature analysis </a:t>
            </a:r>
          </a:p>
        </p:txBody>
      </p:sp>
      <p:pic>
        <p:nvPicPr>
          <p:cNvPr id="88" name="Picture 87" descr="A picture containing text, screenshot, diagram, font&#10;&#10;Description automatically generated">
            <a:extLst>
              <a:ext uri="{FF2B5EF4-FFF2-40B4-BE49-F238E27FC236}">
                <a16:creationId xmlns:a16="http://schemas.microsoft.com/office/drawing/2014/main" id="{4D3FED7B-323E-0D8F-75D3-6D8AF67BF529}"/>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164684" y="14145184"/>
            <a:ext cx="6929851" cy="5831848"/>
          </a:xfrm>
          <a:prstGeom prst="rect">
            <a:avLst/>
          </a:prstGeom>
        </p:spPr>
      </p:pic>
    </p:spTree>
    <p:extLst>
      <p:ext uri="{BB962C8B-B14F-4D97-AF65-F5344CB8AC3E}">
        <p14:creationId xmlns:p14="http://schemas.microsoft.com/office/powerpoint/2010/main" val="2285469316"/>
      </p:ext>
    </p:extLst>
  </p:cSld>
  <p:clrMapOvr>
    <a:masterClrMapping/>
  </p:clrMapOvr>
</p:sld>
</file>

<file path=ppt/theme/theme1.xml><?xml version="1.0" encoding="utf-8"?>
<a:theme xmlns:a="http://schemas.openxmlformats.org/drawingml/2006/main" name="Imperial Landscape A0 theme">
  <a:themeElements>
    <a:clrScheme name="ICL colour theme">
      <a:dk1>
        <a:sysClr val="windowText" lastClr="000000"/>
      </a:dk1>
      <a:lt1>
        <a:sysClr val="window" lastClr="FFFFFF"/>
      </a:lt1>
      <a:dk2>
        <a:srgbClr val="44546A"/>
      </a:dk2>
      <a:lt2>
        <a:srgbClr val="E7E6E6"/>
      </a:lt2>
      <a:accent1>
        <a:srgbClr val="141B30"/>
      </a:accent1>
      <a:accent2>
        <a:srgbClr val="183C6A"/>
      </a:accent2>
      <a:accent3>
        <a:srgbClr val="004F9F"/>
      </a:accent3>
      <a:accent4>
        <a:srgbClr val="0092D5"/>
      </a:accent4>
      <a:accent5>
        <a:srgbClr val="5B9BD5"/>
      </a:accent5>
      <a:accent6>
        <a:srgbClr val="70AD47"/>
      </a:accent6>
      <a:hlink>
        <a:srgbClr val="0563C1"/>
      </a:hlink>
      <a:folHlink>
        <a:srgbClr val="954F72"/>
      </a:folHlink>
    </a:clrScheme>
    <a:fontScheme name="ICL font theme">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2400" dirty="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50800">
          <a:solidFill>
            <a:schemeClr val="accent3"/>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lnSpc>
            <a:spcPct val="90000"/>
          </a:lnSpc>
          <a:defRPr sz="2400" dirty="0"/>
        </a:defPPr>
      </a:lstStyle>
    </a:txDef>
  </a:objectDefaults>
  <a:extraClrSchemeLst/>
  <a:extLst>
    <a:ext uri="{05A4C25C-085E-4340-85A3-A5531E510DB2}">
      <thm15:themeFamily xmlns:thm15="http://schemas.microsoft.com/office/thememl/2012/main" name="ICL A1 Landscape Poster.potx" id="{352D0FD1-FCC4-4A8E-BFAA-6E02C2C9B813}" vid="{76028370-31F2-4394-BB19-534E3EE5D201}"/>
    </a:ext>
  </a:extLst>
</a:theme>
</file>

<file path=docProps/app.xml><?xml version="1.0" encoding="utf-8"?>
<Properties xmlns="http://schemas.openxmlformats.org/officeDocument/2006/extended-properties" xmlns:vt="http://schemas.openxmlformats.org/officeDocument/2006/docPropsVTypes">
  <Template>ICL A1 Landscape Poster</Template>
  <TotalTime>0</TotalTime>
  <Words>917</Words>
  <Application>Microsoft Office PowerPoint</Application>
  <PresentationFormat>Custom</PresentationFormat>
  <Paragraphs>63</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Imperial Landscape A0 theme</vt:lpstr>
      <vt:lpstr>AI model establishment for aberrant driving behaviour detected by wearable technology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Short and snappy, with the main message</dc:title>
  <dc:creator>Marriott, Brigid C B</dc:creator>
  <cp:lastModifiedBy>Wang, William</cp:lastModifiedBy>
  <cp:revision>5</cp:revision>
  <dcterms:created xsi:type="dcterms:W3CDTF">2019-12-19T11:28:10Z</dcterms:created>
  <dcterms:modified xsi:type="dcterms:W3CDTF">2023-06-19T14:12:41Z</dcterms:modified>
</cp:coreProperties>
</file>